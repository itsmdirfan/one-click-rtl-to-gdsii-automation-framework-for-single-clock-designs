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21"/>
  </p:notesMasterIdLst>
  <p:handoutMasterIdLst>
    <p:handoutMasterId r:id="rId22"/>
  </p:handoutMasterIdLst>
  <p:sldIdLst>
    <p:sldId id="256" r:id="rId2"/>
    <p:sldId id="304" r:id="rId3"/>
    <p:sldId id="303" r:id="rId4"/>
    <p:sldId id="306" r:id="rId5"/>
    <p:sldId id="307" r:id="rId6"/>
    <p:sldId id="305" r:id="rId7"/>
    <p:sldId id="295" r:id="rId8"/>
    <p:sldId id="308" r:id="rId9"/>
    <p:sldId id="309" r:id="rId10"/>
    <p:sldId id="310" r:id="rId11"/>
    <p:sldId id="313" r:id="rId12"/>
    <p:sldId id="311" r:id="rId13"/>
    <p:sldId id="316" r:id="rId14"/>
    <p:sldId id="312" r:id="rId15"/>
    <p:sldId id="314" r:id="rId16"/>
    <p:sldId id="315" r:id="rId17"/>
    <p:sldId id="317" r:id="rId18"/>
    <p:sldId id="318" r:id="rId19"/>
    <p:sldId id="27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67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44A97F-E753-48DE-98FC-2B35966A5A63}" v="129" dt="2025-12-17T13:31:20.9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98" autoAdjust="0"/>
    <p:restoredTop sz="94660"/>
  </p:normalViewPr>
  <p:slideViewPr>
    <p:cSldViewPr snapToGrid="0">
      <p:cViewPr varScale="1">
        <p:scale>
          <a:sx n="87" d="100"/>
          <a:sy n="87" d="100"/>
        </p:scale>
        <p:origin x="66" y="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Irfan" userId="314d6608eebbc101" providerId="LiveId" clId="{4BB0DD80-E321-46C6-B8CC-69530AEF8B13}"/>
    <pc:docChg chg="undo redo custSel addSld delSld modSld sldOrd">
      <pc:chgData name="Md. Irfan" userId="314d6608eebbc101" providerId="LiveId" clId="{4BB0DD80-E321-46C6-B8CC-69530AEF8B13}" dt="2025-12-17T13:31:20.941" v="2217"/>
      <pc:docMkLst>
        <pc:docMk/>
      </pc:docMkLst>
      <pc:sldChg chg="delSp modSp mod">
        <pc:chgData name="Md. Irfan" userId="314d6608eebbc101" providerId="LiveId" clId="{4BB0DD80-E321-46C6-B8CC-69530AEF8B13}" dt="2025-12-17T07:32:11.065" v="1067" actId="20577"/>
        <pc:sldMkLst>
          <pc:docMk/>
          <pc:sldMk cId="357056295" sldId="256"/>
        </pc:sldMkLst>
        <pc:spChg chg="mod">
          <ac:chgData name="Md. Irfan" userId="314d6608eebbc101" providerId="LiveId" clId="{4BB0DD80-E321-46C6-B8CC-69530AEF8B13}" dt="2025-12-17T05:05:50.647" v="47" actId="20577"/>
          <ac:spMkLst>
            <pc:docMk/>
            <pc:sldMk cId="357056295" sldId="256"/>
            <ac:spMk id="2" creationId="{BF07822B-A49A-5E83-3C58-362FA685E0D8}"/>
          </ac:spMkLst>
        </pc:spChg>
        <pc:spChg chg="mod">
          <ac:chgData name="Md. Irfan" userId="314d6608eebbc101" providerId="LiveId" clId="{4BB0DD80-E321-46C6-B8CC-69530AEF8B13}" dt="2025-12-17T07:32:11.065" v="1067" actId="20577"/>
          <ac:spMkLst>
            <pc:docMk/>
            <pc:sldMk cId="357056295" sldId="256"/>
            <ac:spMk id="3" creationId="{3EAB47A7-97C0-59D8-5847-506A10A1993D}"/>
          </ac:spMkLst>
        </pc:spChg>
        <pc:spChg chg="mod">
          <ac:chgData name="Md. Irfan" userId="314d6608eebbc101" providerId="LiveId" clId="{4BB0DD80-E321-46C6-B8CC-69530AEF8B13}" dt="2025-12-17T05:02:51.871" v="0" actId="2710"/>
          <ac:spMkLst>
            <pc:docMk/>
            <pc:sldMk cId="357056295" sldId="256"/>
            <ac:spMk id="6" creationId="{272A09B7-8331-3789-1F24-500DF99AC841}"/>
          </ac:spMkLst>
        </pc:spChg>
        <pc:spChg chg="del">
          <ac:chgData name="Md. Irfan" userId="314d6608eebbc101" providerId="LiveId" clId="{4BB0DD80-E321-46C6-B8CC-69530AEF8B13}" dt="2025-12-17T05:54:35.053" v="444" actId="478"/>
          <ac:spMkLst>
            <pc:docMk/>
            <pc:sldMk cId="357056295" sldId="256"/>
            <ac:spMk id="7" creationId="{46345F7F-BA06-12CB-A909-320C41C4424F}"/>
          </ac:spMkLst>
        </pc:spChg>
      </pc:sldChg>
      <pc:sldChg chg="modSp del mod">
        <pc:chgData name="Md. Irfan" userId="314d6608eebbc101" providerId="LiveId" clId="{4BB0DD80-E321-46C6-B8CC-69530AEF8B13}" dt="2025-12-17T05:28:00.456" v="207" actId="47"/>
        <pc:sldMkLst>
          <pc:docMk/>
          <pc:sldMk cId="2664580142" sldId="257"/>
        </pc:sldMkLst>
        <pc:spChg chg="mod">
          <ac:chgData name="Md. Irfan" userId="314d6608eebbc101" providerId="LiveId" clId="{4BB0DD80-E321-46C6-B8CC-69530AEF8B13}" dt="2025-12-17T05:23:32.321" v="136" actId="13926"/>
          <ac:spMkLst>
            <pc:docMk/>
            <pc:sldMk cId="2664580142" sldId="257"/>
            <ac:spMk id="5" creationId="{E57CDE57-965E-DE26-3AA7-D7300B5EB242}"/>
          </ac:spMkLst>
        </pc:spChg>
      </pc:sldChg>
      <pc:sldChg chg="del">
        <pc:chgData name="Md. Irfan" userId="314d6608eebbc101" providerId="LiveId" clId="{4BB0DD80-E321-46C6-B8CC-69530AEF8B13}" dt="2025-12-17T05:20:54.764" v="121" actId="47"/>
        <pc:sldMkLst>
          <pc:docMk/>
          <pc:sldMk cId="3500022509" sldId="258"/>
        </pc:sldMkLst>
      </pc:sldChg>
      <pc:sldChg chg="addSp delSp modSp del mod">
        <pc:chgData name="Md. Irfan" userId="314d6608eebbc101" providerId="LiveId" clId="{4BB0DD80-E321-46C6-B8CC-69530AEF8B13}" dt="2025-12-17T05:33:06.131" v="230" actId="47"/>
        <pc:sldMkLst>
          <pc:docMk/>
          <pc:sldMk cId="4274690719" sldId="261"/>
        </pc:sldMkLst>
        <pc:spChg chg="mod">
          <ac:chgData name="Md. Irfan" userId="314d6608eebbc101" providerId="LiveId" clId="{4BB0DD80-E321-46C6-B8CC-69530AEF8B13}" dt="2025-12-17T05:28:44.692" v="209" actId="2711"/>
          <ac:spMkLst>
            <pc:docMk/>
            <pc:sldMk cId="4274690719" sldId="261"/>
            <ac:spMk id="2" creationId="{51486CBC-09D6-9DC0-8284-463DB7ED920F}"/>
          </ac:spMkLst>
        </pc:spChg>
        <pc:spChg chg="del mod">
          <ac:chgData name="Md. Irfan" userId="314d6608eebbc101" providerId="LiveId" clId="{4BB0DD80-E321-46C6-B8CC-69530AEF8B13}" dt="2025-12-17T05:31:33.367" v="220" actId="478"/>
          <ac:spMkLst>
            <pc:docMk/>
            <pc:sldMk cId="4274690719" sldId="261"/>
            <ac:spMk id="3" creationId="{D5E2E083-29C2-4DCB-2025-A984A841C86E}"/>
          </ac:spMkLst>
        </pc:spChg>
        <pc:spChg chg="add">
          <ac:chgData name="Md. Irfan" userId="314d6608eebbc101" providerId="LiveId" clId="{4BB0DD80-E321-46C6-B8CC-69530AEF8B13}" dt="2025-12-17T05:23:54.223" v="137"/>
          <ac:spMkLst>
            <pc:docMk/>
            <pc:sldMk cId="4274690719" sldId="261"/>
            <ac:spMk id="4" creationId="{F5F21CD0-E948-AD2F-D84A-0FD68E71DDA5}"/>
          </ac:spMkLst>
        </pc:spChg>
        <pc:spChg chg="add mod">
          <ac:chgData name="Md. Irfan" userId="314d6608eebbc101" providerId="LiveId" clId="{4BB0DD80-E321-46C6-B8CC-69530AEF8B13}" dt="2025-12-17T05:32:34.657" v="226" actId="1037"/>
          <ac:spMkLst>
            <pc:docMk/>
            <pc:sldMk cId="4274690719" sldId="261"/>
            <ac:spMk id="5" creationId="{201B17AE-0C12-4F8E-7E37-0C10EF7700E9}"/>
          </ac:spMkLst>
        </pc:spChg>
      </pc:sldChg>
      <pc:sldChg chg="del">
        <pc:chgData name="Md. Irfan" userId="314d6608eebbc101" providerId="LiveId" clId="{4BB0DD80-E321-46C6-B8CC-69530AEF8B13}" dt="2025-12-17T05:23:11.359" v="126" actId="47"/>
        <pc:sldMkLst>
          <pc:docMk/>
          <pc:sldMk cId="2030154344" sldId="263"/>
        </pc:sldMkLst>
      </pc:sldChg>
      <pc:sldChg chg="del">
        <pc:chgData name="Md. Irfan" userId="314d6608eebbc101" providerId="LiveId" clId="{4BB0DD80-E321-46C6-B8CC-69530AEF8B13}" dt="2025-12-17T05:23:14.771" v="127" actId="47"/>
        <pc:sldMkLst>
          <pc:docMk/>
          <pc:sldMk cId="3783595773" sldId="264"/>
        </pc:sldMkLst>
      </pc:sldChg>
      <pc:sldChg chg="add del">
        <pc:chgData name="Md. Irfan" userId="314d6608eebbc101" providerId="LiveId" clId="{4BB0DD80-E321-46C6-B8CC-69530AEF8B13}" dt="2025-12-17T07:08:22.213" v="857" actId="47"/>
        <pc:sldMkLst>
          <pc:docMk/>
          <pc:sldMk cId="823270841" sldId="267"/>
        </pc:sldMkLst>
      </pc:sldChg>
      <pc:sldChg chg="add del">
        <pc:chgData name="Md. Irfan" userId="314d6608eebbc101" providerId="LiveId" clId="{4BB0DD80-E321-46C6-B8CC-69530AEF8B13}" dt="2025-12-17T07:28:35.454" v="1062" actId="47"/>
        <pc:sldMkLst>
          <pc:docMk/>
          <pc:sldMk cId="2465637504" sldId="268"/>
        </pc:sldMkLst>
      </pc:sldChg>
      <pc:sldChg chg="delSp add del mod">
        <pc:chgData name="Md. Irfan" userId="314d6608eebbc101" providerId="LiveId" clId="{4BB0DD80-E321-46C6-B8CC-69530AEF8B13}" dt="2025-12-17T08:50:13.231" v="1828" actId="47"/>
        <pc:sldMkLst>
          <pc:docMk/>
          <pc:sldMk cId="1669836303" sldId="275"/>
        </pc:sldMkLst>
        <pc:spChg chg="del">
          <ac:chgData name="Md. Irfan" userId="314d6608eebbc101" providerId="LiveId" clId="{4BB0DD80-E321-46C6-B8CC-69530AEF8B13}" dt="2025-12-17T08:13:12.750" v="1111" actId="478"/>
          <ac:spMkLst>
            <pc:docMk/>
            <pc:sldMk cId="1669836303" sldId="275"/>
            <ac:spMk id="6" creationId="{7FB1FAE3-8AD8-E57D-7623-8684FDE4E0ED}"/>
          </ac:spMkLst>
        </pc:spChg>
      </pc:sldChg>
      <pc:sldChg chg="delSp mod">
        <pc:chgData name="Md. Irfan" userId="314d6608eebbc101" providerId="LiveId" clId="{4BB0DD80-E321-46C6-B8CC-69530AEF8B13}" dt="2025-12-17T08:13:08.335" v="1110" actId="478"/>
        <pc:sldMkLst>
          <pc:docMk/>
          <pc:sldMk cId="1564289663" sldId="276"/>
        </pc:sldMkLst>
        <pc:spChg chg="del">
          <ac:chgData name="Md. Irfan" userId="314d6608eebbc101" providerId="LiveId" clId="{4BB0DD80-E321-46C6-B8CC-69530AEF8B13}" dt="2025-12-17T08:13:08.335" v="1110" actId="478"/>
          <ac:spMkLst>
            <pc:docMk/>
            <pc:sldMk cId="1564289663" sldId="276"/>
            <ac:spMk id="5" creationId="{EA7EDF8A-2D59-AB01-E183-DC1CBE09E255}"/>
          </ac:spMkLst>
        </pc:spChg>
        <pc:spChg chg="del">
          <ac:chgData name="Md. Irfan" userId="314d6608eebbc101" providerId="LiveId" clId="{4BB0DD80-E321-46C6-B8CC-69530AEF8B13}" dt="2025-12-17T07:07:51.385" v="855" actId="478"/>
          <ac:spMkLst>
            <pc:docMk/>
            <pc:sldMk cId="1564289663" sldId="276"/>
            <ac:spMk id="8" creationId="{84E00E89-BF05-6EE3-27E2-66590F8B5214}"/>
          </ac:spMkLst>
        </pc:spChg>
      </pc:sldChg>
      <pc:sldChg chg="del">
        <pc:chgData name="Md. Irfan" userId="314d6608eebbc101" providerId="LiveId" clId="{4BB0DD80-E321-46C6-B8CC-69530AEF8B13}" dt="2025-12-17T05:23:16.085" v="128" actId="47"/>
        <pc:sldMkLst>
          <pc:docMk/>
          <pc:sldMk cId="1146708296" sldId="282"/>
        </pc:sldMkLst>
      </pc:sldChg>
      <pc:sldChg chg="del">
        <pc:chgData name="Md. Irfan" userId="314d6608eebbc101" providerId="LiveId" clId="{4BB0DD80-E321-46C6-B8CC-69530AEF8B13}" dt="2025-12-17T05:23:16.442" v="129" actId="47"/>
        <pc:sldMkLst>
          <pc:docMk/>
          <pc:sldMk cId="1007645184" sldId="283"/>
        </pc:sldMkLst>
      </pc:sldChg>
      <pc:sldChg chg="del">
        <pc:chgData name="Md. Irfan" userId="314d6608eebbc101" providerId="LiveId" clId="{4BB0DD80-E321-46C6-B8CC-69530AEF8B13}" dt="2025-12-17T05:23:17.187" v="130" actId="47"/>
        <pc:sldMkLst>
          <pc:docMk/>
          <pc:sldMk cId="3149068432" sldId="284"/>
        </pc:sldMkLst>
      </pc:sldChg>
      <pc:sldChg chg="del">
        <pc:chgData name="Md. Irfan" userId="314d6608eebbc101" providerId="LiveId" clId="{4BB0DD80-E321-46C6-B8CC-69530AEF8B13}" dt="2025-12-17T05:23:17.595" v="131" actId="47"/>
        <pc:sldMkLst>
          <pc:docMk/>
          <pc:sldMk cId="3708530767" sldId="285"/>
        </pc:sldMkLst>
      </pc:sldChg>
      <pc:sldChg chg="del">
        <pc:chgData name="Md. Irfan" userId="314d6608eebbc101" providerId="LiveId" clId="{4BB0DD80-E321-46C6-B8CC-69530AEF8B13}" dt="2025-12-17T05:23:18.100" v="132" actId="47"/>
        <pc:sldMkLst>
          <pc:docMk/>
          <pc:sldMk cId="1514009972" sldId="286"/>
        </pc:sldMkLst>
      </pc:sldChg>
      <pc:sldChg chg="del">
        <pc:chgData name="Md. Irfan" userId="314d6608eebbc101" providerId="LiveId" clId="{4BB0DD80-E321-46C6-B8CC-69530AEF8B13}" dt="2025-12-17T05:23:06.029" v="125" actId="47"/>
        <pc:sldMkLst>
          <pc:docMk/>
          <pc:sldMk cId="3561390676" sldId="287"/>
        </pc:sldMkLst>
      </pc:sldChg>
      <pc:sldChg chg="del">
        <pc:chgData name="Md. Irfan" userId="314d6608eebbc101" providerId="LiveId" clId="{4BB0DD80-E321-46C6-B8CC-69530AEF8B13}" dt="2025-12-17T05:23:18.634" v="133" actId="47"/>
        <pc:sldMkLst>
          <pc:docMk/>
          <pc:sldMk cId="956980308" sldId="288"/>
        </pc:sldMkLst>
      </pc:sldChg>
      <pc:sldChg chg="add del">
        <pc:chgData name="Md. Irfan" userId="314d6608eebbc101" providerId="LiveId" clId="{4BB0DD80-E321-46C6-B8CC-69530AEF8B13}" dt="2025-12-17T07:28:37.165" v="1063" actId="47"/>
        <pc:sldMkLst>
          <pc:docMk/>
          <pc:sldMk cId="928096446" sldId="289"/>
        </pc:sldMkLst>
      </pc:sldChg>
      <pc:sldChg chg="add del">
        <pc:chgData name="Md. Irfan" userId="314d6608eebbc101" providerId="LiveId" clId="{4BB0DD80-E321-46C6-B8CC-69530AEF8B13}" dt="2025-12-17T08:49:53.941" v="1822" actId="47"/>
        <pc:sldMkLst>
          <pc:docMk/>
          <pc:sldMk cId="1339750296" sldId="292"/>
        </pc:sldMkLst>
      </pc:sldChg>
      <pc:sldChg chg="addSp delSp modSp add del mod ord">
        <pc:chgData name="Md. Irfan" userId="314d6608eebbc101" providerId="LiveId" clId="{4BB0DD80-E321-46C6-B8CC-69530AEF8B13}" dt="2025-12-17T08:49:39.322" v="1821" actId="14100"/>
        <pc:sldMkLst>
          <pc:docMk/>
          <pc:sldMk cId="3916863415" sldId="295"/>
        </pc:sldMkLst>
        <pc:spChg chg="mod">
          <ac:chgData name="Md. Irfan" userId="314d6608eebbc101" providerId="LiveId" clId="{4BB0DD80-E321-46C6-B8CC-69530AEF8B13}" dt="2025-12-17T08:16:36.771" v="1124"/>
          <ac:spMkLst>
            <pc:docMk/>
            <pc:sldMk cId="3916863415" sldId="295"/>
            <ac:spMk id="2" creationId="{6D04590C-9D2D-AC98-4B0F-1E02838ED368}"/>
          </ac:spMkLst>
        </pc:spChg>
        <pc:spChg chg="mod">
          <ac:chgData name="Md. Irfan" userId="314d6608eebbc101" providerId="LiveId" clId="{4BB0DD80-E321-46C6-B8CC-69530AEF8B13}" dt="2025-12-17T08:49:39.322" v="1821" actId="14100"/>
          <ac:spMkLst>
            <pc:docMk/>
            <pc:sldMk cId="3916863415" sldId="295"/>
            <ac:spMk id="3" creationId="{78636DC8-75BA-80C2-2307-201F09300DB4}"/>
          </ac:spMkLst>
        </pc:spChg>
        <pc:spChg chg="del">
          <ac:chgData name="Md. Irfan" userId="314d6608eebbc101" providerId="LiveId" clId="{4BB0DD80-E321-46C6-B8CC-69530AEF8B13}" dt="2025-12-17T08:17:01.156" v="1131" actId="478"/>
          <ac:spMkLst>
            <pc:docMk/>
            <pc:sldMk cId="3916863415" sldId="295"/>
            <ac:spMk id="4" creationId="{801015EA-09E7-3CB7-091C-AF442874E126}"/>
          </ac:spMkLst>
        </pc:spChg>
        <pc:spChg chg="add del">
          <ac:chgData name="Md. Irfan" userId="314d6608eebbc101" providerId="LiveId" clId="{4BB0DD80-E321-46C6-B8CC-69530AEF8B13}" dt="2025-12-17T08:16:57.230" v="1130" actId="478"/>
          <ac:spMkLst>
            <pc:docMk/>
            <pc:sldMk cId="3916863415" sldId="295"/>
            <ac:spMk id="8" creationId="{2E1917B4-9B57-1BEF-B1B7-58175758B4FF}"/>
          </ac:spMkLst>
        </pc:spChg>
        <pc:graphicFrameChg chg="mod modGraphic">
          <ac:chgData name="Md. Irfan" userId="314d6608eebbc101" providerId="LiveId" clId="{4BB0DD80-E321-46C6-B8CC-69530AEF8B13}" dt="2025-12-17T08:49:10.566" v="1820" actId="12100"/>
          <ac:graphicFrameMkLst>
            <pc:docMk/>
            <pc:sldMk cId="3916863415" sldId="295"/>
            <ac:graphicFrameMk id="6" creationId="{AE63D38D-BB81-C75C-4291-31905E433A32}"/>
          </ac:graphicFrameMkLst>
        </pc:graphicFrameChg>
      </pc:sldChg>
      <pc:sldChg chg="add del">
        <pc:chgData name="Md. Irfan" userId="314d6608eebbc101" providerId="LiveId" clId="{4BB0DD80-E321-46C6-B8CC-69530AEF8B13}" dt="2025-12-17T07:36:57.153" v="1071" actId="47"/>
        <pc:sldMkLst>
          <pc:docMk/>
          <pc:sldMk cId="2868133870" sldId="296"/>
        </pc:sldMkLst>
      </pc:sldChg>
      <pc:sldChg chg="add del">
        <pc:chgData name="Md. Irfan" userId="314d6608eebbc101" providerId="LiveId" clId="{4BB0DD80-E321-46C6-B8CC-69530AEF8B13}" dt="2025-12-17T07:36:56.583" v="1070" actId="47"/>
        <pc:sldMkLst>
          <pc:docMk/>
          <pc:sldMk cId="4212240472" sldId="298"/>
        </pc:sldMkLst>
      </pc:sldChg>
      <pc:sldChg chg="del">
        <pc:chgData name="Md. Irfan" userId="314d6608eebbc101" providerId="LiveId" clId="{4BB0DD80-E321-46C6-B8CC-69530AEF8B13}" dt="2025-12-17T07:36:59.860" v="1072" actId="47"/>
        <pc:sldMkLst>
          <pc:docMk/>
          <pc:sldMk cId="1282120130" sldId="299"/>
        </pc:sldMkLst>
      </pc:sldChg>
      <pc:sldChg chg="del">
        <pc:chgData name="Md. Irfan" userId="314d6608eebbc101" providerId="LiveId" clId="{4BB0DD80-E321-46C6-B8CC-69530AEF8B13}" dt="2025-12-17T07:37:01.748" v="1073" actId="47"/>
        <pc:sldMkLst>
          <pc:docMk/>
          <pc:sldMk cId="866782878" sldId="300"/>
        </pc:sldMkLst>
      </pc:sldChg>
      <pc:sldChg chg="del">
        <pc:chgData name="Md. Irfan" userId="314d6608eebbc101" providerId="LiveId" clId="{4BB0DD80-E321-46C6-B8CC-69530AEF8B13}" dt="2025-12-17T07:08:16.243" v="856" actId="47"/>
        <pc:sldMkLst>
          <pc:docMk/>
          <pc:sldMk cId="1074683568" sldId="301"/>
        </pc:sldMkLst>
      </pc:sldChg>
      <pc:sldChg chg="del">
        <pc:chgData name="Md. Irfan" userId="314d6608eebbc101" providerId="LiveId" clId="{4BB0DD80-E321-46C6-B8CC-69530AEF8B13}" dt="2025-12-17T07:37:03.797" v="1074" actId="47"/>
        <pc:sldMkLst>
          <pc:docMk/>
          <pc:sldMk cId="555130572" sldId="302"/>
        </pc:sldMkLst>
      </pc:sldChg>
      <pc:sldChg chg="delSp modSp new mod">
        <pc:chgData name="Md. Irfan" userId="314d6608eebbc101" providerId="LiveId" clId="{4BB0DD80-E321-46C6-B8CC-69530AEF8B13}" dt="2025-12-17T05:55:47.312" v="446" actId="478"/>
        <pc:sldMkLst>
          <pc:docMk/>
          <pc:sldMk cId="1327756974" sldId="303"/>
        </pc:sldMkLst>
        <pc:spChg chg="mod">
          <ac:chgData name="Md. Irfan" userId="314d6608eebbc101" providerId="LiveId" clId="{4BB0DD80-E321-46C6-B8CC-69530AEF8B13}" dt="2025-12-17T05:28:17.692" v="208" actId="2711"/>
          <ac:spMkLst>
            <pc:docMk/>
            <pc:sldMk cId="1327756974" sldId="303"/>
            <ac:spMk id="2" creationId="{91F55A2C-890F-ABEB-BB94-982AE957AED6}"/>
          </ac:spMkLst>
        </pc:spChg>
        <pc:spChg chg="mod">
          <ac:chgData name="Md. Irfan" userId="314d6608eebbc101" providerId="LiveId" clId="{4BB0DD80-E321-46C6-B8CC-69530AEF8B13}" dt="2025-12-17T05:20:35.100" v="119" actId="12"/>
          <ac:spMkLst>
            <pc:docMk/>
            <pc:sldMk cId="1327756974" sldId="303"/>
            <ac:spMk id="3" creationId="{9A1A3807-5ECC-352F-A444-8C46DEB5E781}"/>
          </ac:spMkLst>
        </pc:spChg>
        <pc:spChg chg="del mod">
          <ac:chgData name="Md. Irfan" userId="314d6608eebbc101" providerId="LiveId" clId="{4BB0DD80-E321-46C6-B8CC-69530AEF8B13}" dt="2025-12-17T05:55:47.312" v="446" actId="478"/>
          <ac:spMkLst>
            <pc:docMk/>
            <pc:sldMk cId="1327756974" sldId="303"/>
            <ac:spMk id="4" creationId="{B2AA407F-5774-FC85-8F5C-6421C40606EA}"/>
          </ac:spMkLst>
        </pc:spChg>
      </pc:sldChg>
      <pc:sldChg chg="modSp new del mod">
        <pc:chgData name="Md. Irfan" userId="314d6608eebbc101" providerId="LiveId" clId="{4BB0DD80-E321-46C6-B8CC-69530AEF8B13}" dt="2025-12-17T05:27:40.144" v="200" actId="47"/>
        <pc:sldMkLst>
          <pc:docMk/>
          <pc:sldMk cId="1972169040" sldId="304"/>
        </pc:sldMkLst>
        <pc:spChg chg="mod">
          <ac:chgData name="Md. Irfan" userId="314d6608eebbc101" providerId="LiveId" clId="{4BB0DD80-E321-46C6-B8CC-69530AEF8B13}" dt="2025-12-17T05:27:36.491" v="199" actId="20577"/>
          <ac:spMkLst>
            <pc:docMk/>
            <pc:sldMk cId="1972169040" sldId="304"/>
            <ac:spMk id="2" creationId="{E3812CCE-513F-58DB-8A84-EA6EC644DCAB}"/>
          </ac:spMkLst>
        </pc:spChg>
        <pc:spChg chg="mod">
          <ac:chgData name="Md. Irfan" userId="314d6608eebbc101" providerId="LiveId" clId="{4BB0DD80-E321-46C6-B8CC-69530AEF8B13}" dt="2025-12-17T05:27:33.961" v="186" actId="5793"/>
          <ac:spMkLst>
            <pc:docMk/>
            <pc:sldMk cId="1972169040" sldId="304"/>
            <ac:spMk id="3" creationId="{318D7B08-A7B2-3F06-A872-45FE7F16B005}"/>
          </ac:spMkLst>
        </pc:spChg>
      </pc:sldChg>
      <pc:sldChg chg="modSp new mod">
        <pc:chgData name="Md. Irfan" userId="314d6608eebbc101" providerId="LiveId" clId="{4BB0DD80-E321-46C6-B8CC-69530AEF8B13}" dt="2025-12-17T13:31:20.941" v="2217"/>
        <pc:sldMkLst>
          <pc:docMk/>
          <pc:sldMk cId="3085771612" sldId="304"/>
        </pc:sldMkLst>
        <pc:spChg chg="mod">
          <ac:chgData name="Md. Irfan" userId="314d6608eebbc101" providerId="LiveId" clId="{4BB0DD80-E321-46C6-B8CC-69530AEF8B13}" dt="2025-12-17T05:27:57.192" v="206" actId="20577"/>
          <ac:spMkLst>
            <pc:docMk/>
            <pc:sldMk cId="3085771612" sldId="304"/>
            <ac:spMk id="2" creationId="{A76692C9-9157-AB77-2E09-925CB2723CEE}"/>
          </ac:spMkLst>
        </pc:spChg>
        <pc:spChg chg="mod">
          <ac:chgData name="Md. Irfan" userId="314d6608eebbc101" providerId="LiveId" clId="{4BB0DD80-E321-46C6-B8CC-69530AEF8B13}" dt="2025-12-17T13:31:20.941" v="2217"/>
          <ac:spMkLst>
            <pc:docMk/>
            <pc:sldMk cId="3085771612" sldId="304"/>
            <ac:spMk id="3" creationId="{C053A210-F16F-9036-5155-3900DEADD24C}"/>
          </ac:spMkLst>
        </pc:spChg>
      </pc:sldChg>
      <pc:sldChg chg="addSp delSp modSp new mod">
        <pc:chgData name="Md. Irfan" userId="314d6608eebbc101" providerId="LiveId" clId="{4BB0DD80-E321-46C6-B8CC-69530AEF8B13}" dt="2025-12-17T06:45:27.446" v="674" actId="20577"/>
        <pc:sldMkLst>
          <pc:docMk/>
          <pc:sldMk cId="3313167434" sldId="305"/>
        </pc:sldMkLst>
        <pc:spChg chg="mod">
          <ac:chgData name="Md. Irfan" userId="314d6608eebbc101" providerId="LiveId" clId="{4BB0DD80-E321-46C6-B8CC-69530AEF8B13}" dt="2025-12-17T05:37:15.189" v="286"/>
          <ac:spMkLst>
            <pc:docMk/>
            <pc:sldMk cId="3313167434" sldId="305"/>
            <ac:spMk id="2" creationId="{EA4B163E-3764-EEAF-54BA-20BCB24E846E}"/>
          </ac:spMkLst>
        </pc:spChg>
        <pc:spChg chg="add del mod">
          <ac:chgData name="Md. Irfan" userId="314d6608eebbc101" providerId="LiveId" clId="{4BB0DD80-E321-46C6-B8CC-69530AEF8B13}" dt="2025-12-17T06:45:27.446" v="674" actId="20577"/>
          <ac:spMkLst>
            <pc:docMk/>
            <pc:sldMk cId="3313167434" sldId="305"/>
            <ac:spMk id="3" creationId="{31854686-EDCC-90A2-0245-34AD952C4D4F}"/>
          </ac:spMkLst>
        </pc:spChg>
        <pc:spChg chg="del">
          <ac:chgData name="Md. Irfan" userId="314d6608eebbc101" providerId="LiveId" clId="{4BB0DD80-E321-46C6-B8CC-69530AEF8B13}" dt="2025-12-17T05:56:00.530" v="449" actId="478"/>
          <ac:spMkLst>
            <pc:docMk/>
            <pc:sldMk cId="3313167434" sldId="305"/>
            <ac:spMk id="4" creationId="{E6E891EF-4EAB-EA8B-B944-985F85C9B318}"/>
          </ac:spMkLst>
        </pc:spChg>
        <pc:spChg chg="add mod">
          <ac:chgData name="Md. Irfan" userId="314d6608eebbc101" providerId="LiveId" clId="{4BB0DD80-E321-46C6-B8CC-69530AEF8B13}" dt="2025-12-17T05:36:33.350" v="278"/>
          <ac:spMkLst>
            <pc:docMk/>
            <pc:sldMk cId="3313167434" sldId="305"/>
            <ac:spMk id="6" creationId="{4A8A3C29-CAD9-3861-A11A-B69D047CD265}"/>
          </ac:spMkLst>
        </pc:spChg>
      </pc:sldChg>
      <pc:sldChg chg="delSp modSp new mod">
        <pc:chgData name="Md. Irfan" userId="314d6608eebbc101" providerId="LiveId" clId="{4BB0DD80-E321-46C6-B8CC-69530AEF8B13}" dt="2025-12-17T08:55:00.565" v="1868" actId="20577"/>
        <pc:sldMkLst>
          <pc:docMk/>
          <pc:sldMk cId="104325583" sldId="306"/>
        </pc:sldMkLst>
        <pc:spChg chg="mod">
          <ac:chgData name="Md. Irfan" userId="314d6608eebbc101" providerId="LiveId" clId="{4BB0DD80-E321-46C6-B8CC-69530AEF8B13}" dt="2025-12-17T05:32:55.229" v="228"/>
          <ac:spMkLst>
            <pc:docMk/>
            <pc:sldMk cId="104325583" sldId="306"/>
            <ac:spMk id="2" creationId="{47E47076-3CCB-6D3C-69BF-C6B12C81D8DD}"/>
          </ac:spMkLst>
        </pc:spChg>
        <pc:spChg chg="mod">
          <ac:chgData name="Md. Irfan" userId="314d6608eebbc101" providerId="LiveId" clId="{4BB0DD80-E321-46C6-B8CC-69530AEF8B13}" dt="2025-12-17T08:55:00.565" v="1868" actId="20577"/>
          <ac:spMkLst>
            <pc:docMk/>
            <pc:sldMk cId="104325583" sldId="306"/>
            <ac:spMk id="3" creationId="{5B1E45C7-0739-5C14-0D80-B4107492DA75}"/>
          </ac:spMkLst>
        </pc:spChg>
        <pc:spChg chg="del">
          <ac:chgData name="Md. Irfan" userId="314d6608eebbc101" providerId="LiveId" clId="{4BB0DD80-E321-46C6-B8CC-69530AEF8B13}" dt="2025-12-17T05:55:51.584" v="447" actId="478"/>
          <ac:spMkLst>
            <pc:docMk/>
            <pc:sldMk cId="104325583" sldId="306"/>
            <ac:spMk id="4" creationId="{89BD333B-6386-F9AB-F126-2916DF4CF6C7}"/>
          </ac:spMkLst>
        </pc:spChg>
      </pc:sldChg>
      <pc:sldChg chg="delSp modSp new mod">
        <pc:chgData name="Md. Irfan" userId="314d6608eebbc101" providerId="LiveId" clId="{4BB0DD80-E321-46C6-B8CC-69530AEF8B13}" dt="2025-12-17T08:56:27.394" v="1982" actId="113"/>
        <pc:sldMkLst>
          <pc:docMk/>
          <pc:sldMk cId="479374428" sldId="307"/>
        </pc:sldMkLst>
        <pc:spChg chg="mod">
          <ac:chgData name="Md. Irfan" userId="314d6608eebbc101" providerId="LiveId" clId="{4BB0DD80-E321-46C6-B8CC-69530AEF8B13}" dt="2025-12-17T05:35:49.826" v="244"/>
          <ac:spMkLst>
            <pc:docMk/>
            <pc:sldMk cId="479374428" sldId="307"/>
            <ac:spMk id="2" creationId="{48DDE04E-9866-BE45-6FD6-E3B64DE45DBA}"/>
          </ac:spMkLst>
        </pc:spChg>
        <pc:spChg chg="mod">
          <ac:chgData name="Md. Irfan" userId="314d6608eebbc101" providerId="LiveId" clId="{4BB0DD80-E321-46C6-B8CC-69530AEF8B13}" dt="2025-12-17T08:56:27.394" v="1982" actId="113"/>
          <ac:spMkLst>
            <pc:docMk/>
            <pc:sldMk cId="479374428" sldId="307"/>
            <ac:spMk id="3" creationId="{26C26697-57BB-529A-FB34-7EF75E41630E}"/>
          </ac:spMkLst>
        </pc:spChg>
        <pc:spChg chg="del">
          <ac:chgData name="Md. Irfan" userId="314d6608eebbc101" providerId="LiveId" clId="{4BB0DD80-E321-46C6-B8CC-69530AEF8B13}" dt="2025-12-17T05:55:56.384" v="448" actId="478"/>
          <ac:spMkLst>
            <pc:docMk/>
            <pc:sldMk cId="479374428" sldId="307"/>
            <ac:spMk id="4" creationId="{158FEEF6-D1B0-FDBC-0396-40A4C269D909}"/>
          </ac:spMkLst>
        </pc:spChg>
      </pc:sldChg>
      <pc:sldChg chg="delSp modSp new mod">
        <pc:chgData name="Md. Irfan" userId="314d6608eebbc101" providerId="LiveId" clId="{4BB0DD80-E321-46C6-B8CC-69530AEF8B13}" dt="2025-12-17T05:56:05.846" v="450" actId="478"/>
        <pc:sldMkLst>
          <pc:docMk/>
          <pc:sldMk cId="906781454" sldId="308"/>
        </pc:sldMkLst>
        <pc:spChg chg="mod">
          <ac:chgData name="Md. Irfan" userId="314d6608eebbc101" providerId="LiveId" clId="{4BB0DD80-E321-46C6-B8CC-69530AEF8B13}" dt="2025-12-17T05:38:17.197" v="291"/>
          <ac:spMkLst>
            <pc:docMk/>
            <pc:sldMk cId="906781454" sldId="308"/>
            <ac:spMk id="2" creationId="{583C5E84-6B24-78E8-7644-A63591DC3415}"/>
          </ac:spMkLst>
        </pc:spChg>
        <pc:spChg chg="mod">
          <ac:chgData name="Md. Irfan" userId="314d6608eebbc101" providerId="LiveId" clId="{4BB0DD80-E321-46C6-B8CC-69530AEF8B13}" dt="2025-12-17T05:39:05.504" v="299" actId="113"/>
          <ac:spMkLst>
            <pc:docMk/>
            <pc:sldMk cId="906781454" sldId="308"/>
            <ac:spMk id="3" creationId="{E032AEE0-BECC-7D84-C505-8FDB3752B6E2}"/>
          </ac:spMkLst>
        </pc:spChg>
        <pc:spChg chg="del">
          <ac:chgData name="Md. Irfan" userId="314d6608eebbc101" providerId="LiveId" clId="{4BB0DD80-E321-46C6-B8CC-69530AEF8B13}" dt="2025-12-17T05:56:05.846" v="450" actId="478"/>
          <ac:spMkLst>
            <pc:docMk/>
            <pc:sldMk cId="906781454" sldId="308"/>
            <ac:spMk id="4" creationId="{64400931-D85A-9BC5-C96F-ED79559C46F6}"/>
          </ac:spMkLst>
        </pc:spChg>
      </pc:sldChg>
      <pc:sldChg chg="addSp delSp modSp new mod">
        <pc:chgData name="Md. Irfan" userId="314d6608eebbc101" providerId="LiveId" clId="{4BB0DD80-E321-46C6-B8CC-69530AEF8B13}" dt="2025-12-17T09:07:07.217" v="2126" actId="20577"/>
        <pc:sldMkLst>
          <pc:docMk/>
          <pc:sldMk cId="2565725039" sldId="309"/>
        </pc:sldMkLst>
        <pc:spChg chg="add del mod">
          <ac:chgData name="Md. Irfan" userId="314d6608eebbc101" providerId="LiveId" clId="{4BB0DD80-E321-46C6-B8CC-69530AEF8B13}" dt="2025-12-17T05:39:43.652" v="303"/>
          <ac:spMkLst>
            <pc:docMk/>
            <pc:sldMk cId="2565725039" sldId="309"/>
            <ac:spMk id="2" creationId="{7E6C20DF-38AE-51E3-1367-1EBE87D27EF1}"/>
          </ac:spMkLst>
        </pc:spChg>
        <pc:spChg chg="mod">
          <ac:chgData name="Md. Irfan" userId="314d6608eebbc101" providerId="LiveId" clId="{4BB0DD80-E321-46C6-B8CC-69530AEF8B13}" dt="2025-12-17T09:07:07.217" v="2126" actId="20577"/>
          <ac:spMkLst>
            <pc:docMk/>
            <pc:sldMk cId="2565725039" sldId="309"/>
            <ac:spMk id="3" creationId="{766FB4E7-B172-6FCB-5245-3373CBC78FF0}"/>
          </ac:spMkLst>
        </pc:spChg>
        <pc:spChg chg="del">
          <ac:chgData name="Md. Irfan" userId="314d6608eebbc101" providerId="LiveId" clId="{4BB0DD80-E321-46C6-B8CC-69530AEF8B13}" dt="2025-12-17T05:56:10.967" v="451" actId="478"/>
          <ac:spMkLst>
            <pc:docMk/>
            <pc:sldMk cId="2565725039" sldId="309"/>
            <ac:spMk id="4" creationId="{3491A50C-4795-C9C7-0991-A1A90502633F}"/>
          </ac:spMkLst>
        </pc:spChg>
        <pc:spChg chg="add mod">
          <ac:chgData name="Md. Irfan" userId="314d6608eebbc101" providerId="LiveId" clId="{4BB0DD80-E321-46C6-B8CC-69530AEF8B13}" dt="2025-12-17T05:39:38.865" v="302"/>
          <ac:spMkLst>
            <pc:docMk/>
            <pc:sldMk cId="2565725039" sldId="309"/>
            <ac:spMk id="6" creationId="{817C30CC-0993-135C-9042-3A797B6E1DA4}"/>
          </ac:spMkLst>
        </pc:spChg>
        <pc:spChg chg="add">
          <ac:chgData name="Md. Irfan" userId="314d6608eebbc101" providerId="LiveId" clId="{4BB0DD80-E321-46C6-B8CC-69530AEF8B13}" dt="2025-12-17T05:43:44.917" v="375"/>
          <ac:spMkLst>
            <pc:docMk/>
            <pc:sldMk cId="2565725039" sldId="309"/>
            <ac:spMk id="7" creationId="{11B57BB2-F265-0AD0-EB32-BF52F15297BE}"/>
          </ac:spMkLst>
        </pc:spChg>
      </pc:sldChg>
      <pc:sldChg chg="delSp modSp new mod">
        <pc:chgData name="Md. Irfan" userId="314d6608eebbc101" providerId="LiveId" clId="{4BB0DD80-E321-46C6-B8CC-69530AEF8B13}" dt="2025-12-17T05:56:15.863" v="452" actId="478"/>
        <pc:sldMkLst>
          <pc:docMk/>
          <pc:sldMk cId="104939290" sldId="310"/>
        </pc:sldMkLst>
        <pc:spChg chg="mod">
          <ac:chgData name="Md. Irfan" userId="314d6608eebbc101" providerId="LiveId" clId="{4BB0DD80-E321-46C6-B8CC-69530AEF8B13}" dt="2025-12-17T05:45:44.466" v="379"/>
          <ac:spMkLst>
            <pc:docMk/>
            <pc:sldMk cId="104939290" sldId="310"/>
            <ac:spMk id="2" creationId="{16C19EAC-0FC1-0C13-224D-A48E1D61F444}"/>
          </ac:spMkLst>
        </pc:spChg>
        <pc:spChg chg="mod">
          <ac:chgData name="Md. Irfan" userId="314d6608eebbc101" providerId="LiveId" clId="{4BB0DD80-E321-46C6-B8CC-69530AEF8B13}" dt="2025-12-17T05:48:14.517" v="410" actId="20577"/>
          <ac:spMkLst>
            <pc:docMk/>
            <pc:sldMk cId="104939290" sldId="310"/>
            <ac:spMk id="3" creationId="{32785174-7D61-327C-A5AB-2C5C1F680C41}"/>
          </ac:spMkLst>
        </pc:spChg>
        <pc:spChg chg="del">
          <ac:chgData name="Md. Irfan" userId="314d6608eebbc101" providerId="LiveId" clId="{4BB0DD80-E321-46C6-B8CC-69530AEF8B13}" dt="2025-12-17T05:56:15.863" v="452" actId="478"/>
          <ac:spMkLst>
            <pc:docMk/>
            <pc:sldMk cId="104939290" sldId="310"/>
            <ac:spMk id="4" creationId="{5070C72E-C361-9D7D-A17B-124AD3783CC5}"/>
          </ac:spMkLst>
        </pc:spChg>
      </pc:sldChg>
      <pc:sldChg chg="addSp delSp modSp new mod">
        <pc:chgData name="Md. Irfan" userId="314d6608eebbc101" providerId="LiveId" clId="{4BB0DD80-E321-46C6-B8CC-69530AEF8B13}" dt="2025-12-17T07:17:21.652" v="997" actId="1076"/>
        <pc:sldMkLst>
          <pc:docMk/>
          <pc:sldMk cId="2689458297" sldId="311"/>
        </pc:sldMkLst>
        <pc:spChg chg="mod">
          <ac:chgData name="Md. Irfan" userId="314d6608eebbc101" providerId="LiveId" clId="{4BB0DD80-E321-46C6-B8CC-69530AEF8B13}" dt="2025-12-17T05:48:36.142" v="412"/>
          <ac:spMkLst>
            <pc:docMk/>
            <pc:sldMk cId="2689458297" sldId="311"/>
            <ac:spMk id="2" creationId="{191DA6F1-DE07-E244-814D-6AA7B6BEF4D5}"/>
          </ac:spMkLst>
        </pc:spChg>
        <pc:spChg chg="mod">
          <ac:chgData name="Md. Irfan" userId="314d6608eebbc101" providerId="LiveId" clId="{4BB0DD80-E321-46C6-B8CC-69530AEF8B13}" dt="2025-12-17T07:17:03.701" v="993" actId="20577"/>
          <ac:spMkLst>
            <pc:docMk/>
            <pc:sldMk cId="2689458297" sldId="311"/>
            <ac:spMk id="3" creationId="{069633D8-476F-E220-8754-BF778642ECA7}"/>
          </ac:spMkLst>
        </pc:spChg>
        <pc:spChg chg="del">
          <ac:chgData name="Md. Irfan" userId="314d6608eebbc101" providerId="LiveId" clId="{4BB0DD80-E321-46C6-B8CC-69530AEF8B13}" dt="2025-12-17T06:30:48.922" v="520" actId="478"/>
          <ac:spMkLst>
            <pc:docMk/>
            <pc:sldMk cId="2689458297" sldId="311"/>
            <ac:spMk id="4" creationId="{67C49B8A-DF27-7C2E-91BF-AC44F878F5C3}"/>
          </ac:spMkLst>
        </pc:spChg>
        <pc:spChg chg="add">
          <ac:chgData name="Md. Irfan" userId="314d6608eebbc101" providerId="LiveId" clId="{4BB0DD80-E321-46C6-B8CC-69530AEF8B13}" dt="2025-12-17T06:26:45.766" v="457"/>
          <ac:spMkLst>
            <pc:docMk/>
            <pc:sldMk cId="2689458297" sldId="311"/>
            <ac:spMk id="6" creationId="{C2EEFA14-AF99-54E4-CBE4-EC3914787512}"/>
          </ac:spMkLst>
        </pc:spChg>
        <pc:picChg chg="add del mod modCrop">
          <ac:chgData name="Md. Irfan" userId="314d6608eebbc101" providerId="LiveId" clId="{4BB0DD80-E321-46C6-B8CC-69530AEF8B13}" dt="2025-12-17T06:27:02.193" v="467" actId="478"/>
          <ac:picMkLst>
            <pc:docMk/>
            <pc:sldMk cId="2689458297" sldId="311"/>
            <ac:picMk id="7" creationId="{29C8F0CB-AB40-C638-C518-6566E26AAE9A}"/>
          </ac:picMkLst>
        </pc:picChg>
        <pc:picChg chg="add del mod modCrop">
          <ac:chgData name="Md. Irfan" userId="314d6608eebbc101" providerId="LiveId" clId="{4BB0DD80-E321-46C6-B8CC-69530AEF8B13}" dt="2025-12-17T06:27:00.877" v="466" actId="478"/>
          <ac:picMkLst>
            <pc:docMk/>
            <pc:sldMk cId="2689458297" sldId="311"/>
            <ac:picMk id="9" creationId="{5AB6009F-0CCD-445F-2340-97291B196D7B}"/>
          </ac:picMkLst>
        </pc:picChg>
        <pc:picChg chg="add del mod modCrop">
          <ac:chgData name="Md. Irfan" userId="314d6608eebbc101" providerId="LiveId" clId="{4BB0DD80-E321-46C6-B8CC-69530AEF8B13}" dt="2025-12-17T07:15:46.067" v="977" actId="478"/>
          <ac:picMkLst>
            <pc:docMk/>
            <pc:sldMk cId="2689458297" sldId="311"/>
            <ac:picMk id="10" creationId="{5FDF0C0A-3092-ECAA-6973-035CD10B7EAB}"/>
          </ac:picMkLst>
        </pc:picChg>
        <pc:picChg chg="add mod modCrop">
          <ac:chgData name="Md. Irfan" userId="314d6608eebbc101" providerId="LiveId" clId="{4BB0DD80-E321-46C6-B8CC-69530AEF8B13}" dt="2025-12-17T07:17:00.634" v="992" actId="14100"/>
          <ac:picMkLst>
            <pc:docMk/>
            <pc:sldMk cId="2689458297" sldId="311"/>
            <ac:picMk id="12" creationId="{88E29234-3462-CAC8-0C8B-9EB22835561F}"/>
          </ac:picMkLst>
        </pc:picChg>
        <pc:picChg chg="add mod modCrop">
          <ac:chgData name="Md. Irfan" userId="314d6608eebbc101" providerId="LiveId" clId="{4BB0DD80-E321-46C6-B8CC-69530AEF8B13}" dt="2025-12-17T07:17:21.652" v="997" actId="1076"/>
          <ac:picMkLst>
            <pc:docMk/>
            <pc:sldMk cId="2689458297" sldId="311"/>
            <ac:picMk id="14" creationId="{FFA574BE-13F5-8DC3-2814-BB7A65969231}"/>
          </ac:picMkLst>
        </pc:picChg>
        <pc:picChg chg="add del mod modCrop">
          <ac:chgData name="Md. Irfan" userId="314d6608eebbc101" providerId="LiveId" clId="{4BB0DD80-E321-46C6-B8CC-69530AEF8B13}" dt="2025-12-17T07:11:36.914" v="872" actId="478"/>
          <ac:picMkLst>
            <pc:docMk/>
            <pc:sldMk cId="2689458297" sldId="311"/>
            <ac:picMk id="16" creationId="{FAB73ABC-6E08-CA58-D683-4FD2130348B9}"/>
          </ac:picMkLst>
        </pc:picChg>
      </pc:sldChg>
      <pc:sldChg chg="addSp delSp modSp new mod">
        <pc:chgData name="Md. Irfan" userId="314d6608eebbc101" providerId="LiveId" clId="{4BB0DD80-E321-46C6-B8CC-69530AEF8B13}" dt="2025-12-17T07:20:36.073" v="1022" actId="20577"/>
        <pc:sldMkLst>
          <pc:docMk/>
          <pc:sldMk cId="1786948584" sldId="312"/>
        </pc:sldMkLst>
        <pc:spChg chg="mod">
          <ac:chgData name="Md. Irfan" userId="314d6608eebbc101" providerId="LiveId" clId="{4BB0DD80-E321-46C6-B8CC-69530AEF8B13}" dt="2025-12-17T07:20:36.073" v="1022" actId="20577"/>
          <ac:spMkLst>
            <pc:docMk/>
            <pc:sldMk cId="1786948584" sldId="312"/>
            <ac:spMk id="2" creationId="{1EA3A006-6174-8187-1771-C052C90752DA}"/>
          </ac:spMkLst>
        </pc:spChg>
        <pc:spChg chg="mod">
          <ac:chgData name="Md. Irfan" userId="314d6608eebbc101" providerId="LiveId" clId="{4BB0DD80-E321-46C6-B8CC-69530AEF8B13}" dt="2025-12-17T06:54:56.725" v="786" actId="14100"/>
          <ac:spMkLst>
            <pc:docMk/>
            <pc:sldMk cId="1786948584" sldId="312"/>
            <ac:spMk id="3" creationId="{DCF7B107-93C1-2FF0-9FB5-2CAFE7215FA6}"/>
          </ac:spMkLst>
        </pc:spChg>
        <pc:spChg chg="add mod">
          <ac:chgData name="Md. Irfan" userId="314d6608eebbc101" providerId="LiveId" clId="{4BB0DD80-E321-46C6-B8CC-69530AEF8B13}" dt="2025-12-17T06:53:08.506" v="763" actId="20577"/>
          <ac:spMkLst>
            <pc:docMk/>
            <pc:sldMk cId="1786948584" sldId="312"/>
            <ac:spMk id="10" creationId="{725357BB-5AC4-5757-D210-CB0AFA14FE20}"/>
          </ac:spMkLst>
        </pc:spChg>
        <pc:picChg chg="add del mod">
          <ac:chgData name="Md. Irfan" userId="314d6608eebbc101" providerId="LiveId" clId="{4BB0DD80-E321-46C6-B8CC-69530AEF8B13}" dt="2025-12-17T06:47:25.205" v="690" actId="478"/>
          <ac:picMkLst>
            <pc:docMk/>
            <pc:sldMk cId="1786948584" sldId="312"/>
            <ac:picMk id="7" creationId="{65453B54-457D-80CE-CFED-CE21F207D572}"/>
          </ac:picMkLst>
        </pc:picChg>
        <pc:picChg chg="add mod modCrop">
          <ac:chgData name="Md. Irfan" userId="314d6608eebbc101" providerId="LiveId" clId="{4BB0DD80-E321-46C6-B8CC-69530AEF8B13}" dt="2025-12-17T06:53:59.092" v="770" actId="732"/>
          <ac:picMkLst>
            <pc:docMk/>
            <pc:sldMk cId="1786948584" sldId="312"/>
            <ac:picMk id="9" creationId="{F8A517EA-FA8C-EDC6-59DF-5D2BFAC63ABF}"/>
          </ac:picMkLst>
        </pc:picChg>
        <pc:picChg chg="add mod">
          <ac:chgData name="Md. Irfan" userId="314d6608eebbc101" providerId="LiveId" clId="{4BB0DD80-E321-46C6-B8CC-69530AEF8B13}" dt="2025-12-17T06:55:33.575" v="788" actId="1076"/>
          <ac:picMkLst>
            <pc:docMk/>
            <pc:sldMk cId="1786948584" sldId="312"/>
            <ac:picMk id="12" creationId="{384D3AA8-6F11-DDB5-7F1D-738286F98F5D}"/>
          </ac:picMkLst>
        </pc:picChg>
      </pc:sldChg>
      <pc:sldChg chg="delSp modSp new mod">
        <pc:chgData name="Md. Irfan" userId="314d6608eebbc101" providerId="LiveId" clId="{4BB0DD80-E321-46C6-B8CC-69530AEF8B13}" dt="2025-12-17T09:10:31.926" v="2127" actId="478"/>
        <pc:sldMkLst>
          <pc:docMk/>
          <pc:sldMk cId="4164688330" sldId="313"/>
        </pc:sldMkLst>
        <pc:spChg chg="mod">
          <ac:chgData name="Md. Irfan" userId="314d6608eebbc101" providerId="LiveId" clId="{4BB0DD80-E321-46C6-B8CC-69530AEF8B13}" dt="2025-12-17T06:45:09.165" v="663" actId="20577"/>
          <ac:spMkLst>
            <pc:docMk/>
            <pc:sldMk cId="4164688330" sldId="313"/>
            <ac:spMk id="2" creationId="{ECBF877E-638E-63E6-1044-F2592EEC89B1}"/>
          </ac:spMkLst>
        </pc:spChg>
        <pc:spChg chg="mod">
          <ac:chgData name="Md. Irfan" userId="314d6608eebbc101" providerId="LiveId" clId="{4BB0DD80-E321-46C6-B8CC-69530AEF8B13}" dt="2025-12-17T06:46:13.198" v="684" actId="20577"/>
          <ac:spMkLst>
            <pc:docMk/>
            <pc:sldMk cId="4164688330" sldId="313"/>
            <ac:spMk id="3" creationId="{9DC8AF60-2B7C-4D0F-2757-08AA5D658309}"/>
          </ac:spMkLst>
        </pc:spChg>
        <pc:spChg chg="del">
          <ac:chgData name="Md. Irfan" userId="314d6608eebbc101" providerId="LiveId" clId="{4BB0DD80-E321-46C6-B8CC-69530AEF8B13}" dt="2025-12-17T09:10:31.926" v="2127" actId="478"/>
          <ac:spMkLst>
            <pc:docMk/>
            <pc:sldMk cId="4164688330" sldId="313"/>
            <ac:spMk id="4" creationId="{24C7A128-9ADB-5ACC-E47D-2842BA3BEAD4}"/>
          </ac:spMkLst>
        </pc:spChg>
      </pc:sldChg>
      <pc:sldChg chg="addSp delSp modSp new mod">
        <pc:chgData name="Md. Irfan" userId="314d6608eebbc101" providerId="LiveId" clId="{4BB0DD80-E321-46C6-B8CC-69530AEF8B13}" dt="2025-12-17T07:21:03.277" v="1024" actId="14100"/>
        <pc:sldMkLst>
          <pc:docMk/>
          <pc:sldMk cId="2259470997" sldId="314"/>
        </pc:sldMkLst>
        <pc:spChg chg="mod">
          <ac:chgData name="Md. Irfan" userId="314d6608eebbc101" providerId="LiveId" clId="{4BB0DD80-E321-46C6-B8CC-69530AEF8B13}" dt="2025-12-17T07:21:03.277" v="1024" actId="14100"/>
          <ac:spMkLst>
            <pc:docMk/>
            <pc:sldMk cId="2259470997" sldId="314"/>
            <ac:spMk id="2" creationId="{B5808D45-B2A9-4DB8-0F07-8F382EBA9B35}"/>
          </ac:spMkLst>
        </pc:spChg>
        <pc:spChg chg="mod">
          <ac:chgData name="Md. Irfan" userId="314d6608eebbc101" providerId="LiveId" clId="{4BB0DD80-E321-46C6-B8CC-69530AEF8B13}" dt="2025-12-17T06:57:55.658" v="834" actId="20577"/>
          <ac:spMkLst>
            <pc:docMk/>
            <pc:sldMk cId="2259470997" sldId="314"/>
            <ac:spMk id="3" creationId="{0B06548E-7D83-469A-8B5A-9E69CD9A9AD4}"/>
          </ac:spMkLst>
        </pc:spChg>
        <pc:spChg chg="del mod">
          <ac:chgData name="Md. Irfan" userId="314d6608eebbc101" providerId="LiveId" clId="{4BB0DD80-E321-46C6-B8CC-69530AEF8B13}" dt="2025-12-17T06:58:26.761" v="842" actId="478"/>
          <ac:spMkLst>
            <pc:docMk/>
            <pc:sldMk cId="2259470997" sldId="314"/>
            <ac:spMk id="4" creationId="{B743F2B9-6898-48D2-AB89-8F7E03C27E1D}"/>
          </ac:spMkLst>
        </pc:spChg>
        <pc:spChg chg="add mod">
          <ac:chgData name="Md. Irfan" userId="314d6608eebbc101" providerId="LiveId" clId="{4BB0DD80-E321-46C6-B8CC-69530AEF8B13}" dt="2025-12-17T06:59:30.152" v="854" actId="20577"/>
          <ac:spMkLst>
            <pc:docMk/>
            <pc:sldMk cId="2259470997" sldId="314"/>
            <ac:spMk id="10" creationId="{2C540AF6-4904-1A1D-B7C7-E2D35750778D}"/>
          </ac:spMkLst>
        </pc:spChg>
        <pc:picChg chg="add mod">
          <ac:chgData name="Md. Irfan" userId="314d6608eebbc101" providerId="LiveId" clId="{4BB0DD80-E321-46C6-B8CC-69530AEF8B13}" dt="2025-12-17T06:59:17.222" v="848" actId="1076"/>
          <ac:picMkLst>
            <pc:docMk/>
            <pc:sldMk cId="2259470997" sldId="314"/>
            <ac:picMk id="7" creationId="{1B6DD964-18CB-A999-A574-15E07EDEA166}"/>
          </ac:picMkLst>
        </pc:picChg>
        <pc:picChg chg="add del mod">
          <ac:chgData name="Md. Irfan" userId="314d6608eebbc101" providerId="LiveId" clId="{4BB0DD80-E321-46C6-B8CC-69530AEF8B13}" dt="2025-12-17T06:59:07.572" v="846" actId="14100"/>
          <ac:picMkLst>
            <pc:docMk/>
            <pc:sldMk cId="2259470997" sldId="314"/>
            <ac:picMk id="9" creationId="{0A2E58E9-7948-01E5-5AD8-0DCA30C7CADD}"/>
          </ac:picMkLst>
        </pc:picChg>
      </pc:sldChg>
      <pc:sldChg chg="delSp modSp new add del mod">
        <pc:chgData name="Md. Irfan" userId="314d6608eebbc101" providerId="LiveId" clId="{4BB0DD80-E321-46C6-B8CC-69530AEF8B13}" dt="2025-12-17T08:54:36.089" v="1862" actId="47"/>
        <pc:sldMkLst>
          <pc:docMk/>
          <pc:sldMk cId="773299385" sldId="315"/>
        </pc:sldMkLst>
        <pc:spChg chg="mod">
          <ac:chgData name="Md. Irfan" userId="314d6608eebbc101" providerId="LiveId" clId="{4BB0DD80-E321-46C6-B8CC-69530AEF8B13}" dt="2025-12-17T07:23:09.094" v="1025"/>
          <ac:spMkLst>
            <pc:docMk/>
            <pc:sldMk cId="773299385" sldId="315"/>
            <ac:spMk id="2" creationId="{13590514-3C63-8F70-FE98-2FCD32BD5144}"/>
          </ac:spMkLst>
        </pc:spChg>
        <pc:spChg chg="mod">
          <ac:chgData name="Md. Irfan" userId="314d6608eebbc101" providerId="LiveId" clId="{4BB0DD80-E321-46C6-B8CC-69530AEF8B13}" dt="2025-12-17T07:23:41.259" v="1031" actId="20577"/>
          <ac:spMkLst>
            <pc:docMk/>
            <pc:sldMk cId="773299385" sldId="315"/>
            <ac:spMk id="3" creationId="{971CF619-753E-0AC3-8058-016910A82608}"/>
          </ac:spMkLst>
        </pc:spChg>
        <pc:spChg chg="del">
          <ac:chgData name="Md. Irfan" userId="314d6608eebbc101" providerId="LiveId" clId="{4BB0DD80-E321-46C6-B8CC-69530AEF8B13}" dt="2025-12-17T07:23:49.606" v="1032" actId="478"/>
          <ac:spMkLst>
            <pc:docMk/>
            <pc:sldMk cId="773299385" sldId="315"/>
            <ac:spMk id="4" creationId="{E3454E31-E85A-B0B1-A0E2-584F3F3CD05A}"/>
          </ac:spMkLst>
        </pc:spChg>
      </pc:sldChg>
      <pc:sldChg chg="addSp delSp modSp new mod">
        <pc:chgData name="Md. Irfan" userId="314d6608eebbc101" providerId="LiveId" clId="{4BB0DD80-E321-46C6-B8CC-69530AEF8B13}" dt="2025-12-17T09:10:36.965" v="2128" actId="478"/>
        <pc:sldMkLst>
          <pc:docMk/>
          <pc:sldMk cId="1350478634" sldId="316"/>
        </pc:sldMkLst>
        <pc:spChg chg="mod">
          <ac:chgData name="Md. Irfan" userId="314d6608eebbc101" providerId="LiveId" clId="{4BB0DD80-E321-46C6-B8CC-69530AEF8B13}" dt="2025-12-17T07:13:18.475" v="897" actId="27636"/>
          <ac:spMkLst>
            <pc:docMk/>
            <pc:sldMk cId="1350478634" sldId="316"/>
            <ac:spMk id="2" creationId="{189528C9-FBC5-7D24-C03D-972FA379E61F}"/>
          </ac:spMkLst>
        </pc:spChg>
        <pc:spChg chg="mod">
          <ac:chgData name="Md. Irfan" userId="314d6608eebbc101" providerId="LiveId" clId="{4BB0DD80-E321-46C6-B8CC-69530AEF8B13}" dt="2025-12-17T07:15:41.414" v="976" actId="20577"/>
          <ac:spMkLst>
            <pc:docMk/>
            <pc:sldMk cId="1350478634" sldId="316"/>
            <ac:spMk id="3" creationId="{BC89B390-0CDE-DCD0-71E3-D48205DB58C5}"/>
          </ac:spMkLst>
        </pc:spChg>
        <pc:spChg chg="del">
          <ac:chgData name="Md. Irfan" userId="314d6608eebbc101" providerId="LiveId" clId="{4BB0DD80-E321-46C6-B8CC-69530AEF8B13}" dt="2025-12-17T09:10:36.965" v="2128" actId="478"/>
          <ac:spMkLst>
            <pc:docMk/>
            <pc:sldMk cId="1350478634" sldId="316"/>
            <ac:spMk id="4" creationId="{7180A86E-8938-39D8-D74D-EA2A081759E5}"/>
          </ac:spMkLst>
        </pc:spChg>
        <pc:picChg chg="add mod modCrop">
          <ac:chgData name="Md. Irfan" userId="314d6608eebbc101" providerId="LiveId" clId="{4BB0DD80-E321-46C6-B8CC-69530AEF8B13}" dt="2025-12-17T07:14:55.400" v="961" actId="1076"/>
          <ac:picMkLst>
            <pc:docMk/>
            <pc:sldMk cId="1350478634" sldId="316"/>
            <ac:picMk id="7" creationId="{1F9D8232-C64B-3B7F-E734-1ED3C5C9F5F4}"/>
          </ac:picMkLst>
        </pc:picChg>
        <pc:picChg chg="add mod modCrop">
          <ac:chgData name="Md. Irfan" userId="314d6608eebbc101" providerId="LiveId" clId="{4BB0DD80-E321-46C6-B8CC-69530AEF8B13}" dt="2025-12-17T07:15:29.788" v="972" actId="1076"/>
          <ac:picMkLst>
            <pc:docMk/>
            <pc:sldMk cId="1350478634" sldId="316"/>
            <ac:picMk id="9" creationId="{A0AE567F-B012-D3CA-E9E2-062AA8F651CE}"/>
          </ac:picMkLst>
        </pc:picChg>
      </pc:sldChg>
      <pc:sldChg chg="delSp modSp new mod">
        <pc:chgData name="Md. Irfan" userId="314d6608eebbc101" providerId="LiveId" clId="{4BB0DD80-E321-46C6-B8CC-69530AEF8B13}" dt="2025-12-17T09:10:43.903" v="2129" actId="478"/>
        <pc:sldMkLst>
          <pc:docMk/>
          <pc:sldMk cId="467421965" sldId="317"/>
        </pc:sldMkLst>
        <pc:spChg chg="mod">
          <ac:chgData name="Md. Irfan" userId="314d6608eebbc101" providerId="LiveId" clId="{4BB0DD80-E321-46C6-B8CC-69530AEF8B13}" dt="2025-12-17T07:24:33.005" v="1042" actId="20577"/>
          <ac:spMkLst>
            <pc:docMk/>
            <pc:sldMk cId="467421965" sldId="317"/>
            <ac:spMk id="2" creationId="{8B3DE13A-D27B-BB02-FE5B-14E10AA3BD67}"/>
          </ac:spMkLst>
        </pc:spChg>
        <pc:spChg chg="mod">
          <ac:chgData name="Md. Irfan" userId="314d6608eebbc101" providerId="LiveId" clId="{4BB0DD80-E321-46C6-B8CC-69530AEF8B13}" dt="2025-12-17T08:50:03.806" v="1825" actId="6549"/>
          <ac:spMkLst>
            <pc:docMk/>
            <pc:sldMk cId="467421965" sldId="317"/>
            <ac:spMk id="3" creationId="{D1427950-1BBE-E0A9-DE17-728F11D58869}"/>
          </ac:spMkLst>
        </pc:spChg>
        <pc:spChg chg="del">
          <ac:chgData name="Md. Irfan" userId="314d6608eebbc101" providerId="LiveId" clId="{4BB0DD80-E321-46C6-B8CC-69530AEF8B13}" dt="2025-12-17T09:10:43.903" v="2129" actId="478"/>
          <ac:spMkLst>
            <pc:docMk/>
            <pc:sldMk cId="467421965" sldId="317"/>
            <ac:spMk id="4" creationId="{94BEE6EE-A106-3108-148A-204DEFC3EEC7}"/>
          </ac:spMkLst>
        </pc:spChg>
      </pc:sldChg>
      <pc:sldChg chg="addSp delSp modSp new del mod">
        <pc:chgData name="Md. Irfan" userId="314d6608eebbc101" providerId="LiveId" clId="{4BB0DD80-E321-46C6-B8CC-69530AEF8B13}" dt="2025-12-17T08:17:04.755" v="1132" actId="47"/>
        <pc:sldMkLst>
          <pc:docMk/>
          <pc:sldMk cId="63820061" sldId="318"/>
        </pc:sldMkLst>
        <pc:spChg chg="mod">
          <ac:chgData name="Md. Irfan" userId="314d6608eebbc101" providerId="LiveId" clId="{4BB0DD80-E321-46C6-B8CC-69530AEF8B13}" dt="2025-12-17T07:35:33.623" v="1069"/>
          <ac:spMkLst>
            <pc:docMk/>
            <pc:sldMk cId="63820061" sldId="318"/>
            <ac:spMk id="2" creationId="{F8D1F41D-469B-D4DA-B16F-9D5FC172654D}"/>
          </ac:spMkLst>
        </pc:spChg>
        <pc:spChg chg="del">
          <ac:chgData name="Md. Irfan" userId="314d6608eebbc101" providerId="LiveId" clId="{4BB0DD80-E321-46C6-B8CC-69530AEF8B13}" dt="2025-12-17T08:13:38.228" v="1112"/>
          <ac:spMkLst>
            <pc:docMk/>
            <pc:sldMk cId="63820061" sldId="318"/>
            <ac:spMk id="3" creationId="{5873D00D-0386-EF22-806F-417A761FC324}"/>
          </ac:spMkLst>
        </pc:spChg>
        <pc:spChg chg="add del mod">
          <ac:chgData name="Md. Irfan" userId="314d6608eebbc101" providerId="LiveId" clId="{4BB0DD80-E321-46C6-B8CC-69530AEF8B13}" dt="2025-12-17T08:15:30.773" v="1121" actId="1032"/>
          <ac:spMkLst>
            <pc:docMk/>
            <pc:sldMk cId="63820061" sldId="318"/>
            <ac:spMk id="8" creationId="{84817146-501B-69D9-46BA-6DE46AC1AC1C}"/>
          </ac:spMkLst>
        </pc:spChg>
        <pc:spChg chg="add mod">
          <ac:chgData name="Md. Irfan" userId="314d6608eebbc101" providerId="LiveId" clId="{4BB0DD80-E321-46C6-B8CC-69530AEF8B13}" dt="2025-12-17T08:14:12.371" v="1119"/>
          <ac:spMkLst>
            <pc:docMk/>
            <pc:sldMk cId="63820061" sldId="318"/>
            <ac:spMk id="9" creationId="{E0560412-05B0-5BDF-4E66-0970732D8C92}"/>
          </ac:spMkLst>
        </pc:spChg>
        <pc:graphicFrameChg chg="add del modGraphic">
          <ac:chgData name="Md. Irfan" userId="314d6608eebbc101" providerId="LiveId" clId="{4BB0DD80-E321-46C6-B8CC-69530AEF8B13}" dt="2025-12-17T08:15:30.773" v="1121" actId="1032"/>
          <ac:graphicFrameMkLst>
            <pc:docMk/>
            <pc:sldMk cId="63820061" sldId="318"/>
            <ac:graphicFrameMk id="10" creationId="{7819374E-5C01-15D6-E8D2-FD214C3DD467}"/>
          </ac:graphicFrameMkLst>
        </pc:graphicFrameChg>
        <pc:picChg chg="add del mod">
          <ac:chgData name="Md. Irfan" userId="314d6608eebbc101" providerId="LiveId" clId="{4BB0DD80-E321-46C6-B8CC-69530AEF8B13}" dt="2025-12-17T08:13:42.777" v="1113" actId="478"/>
          <ac:picMkLst>
            <pc:docMk/>
            <pc:sldMk cId="63820061" sldId="318"/>
            <ac:picMk id="6" creationId="{854FFD06-FBF3-68CF-C502-5C9562393695}"/>
          </ac:picMkLst>
        </pc:picChg>
      </pc:sldChg>
      <pc:sldChg chg="addSp modSp new mod">
        <pc:chgData name="Md. Irfan" userId="314d6608eebbc101" providerId="LiveId" clId="{4BB0DD80-E321-46C6-B8CC-69530AEF8B13}" dt="2025-12-17T10:44:48.609" v="2214" actId="20577"/>
        <pc:sldMkLst>
          <pc:docMk/>
          <pc:sldMk cId="3685477372" sldId="318"/>
        </pc:sldMkLst>
        <pc:spChg chg="mod">
          <ac:chgData name="Md. Irfan" userId="314d6608eebbc101" providerId="LiveId" clId="{4BB0DD80-E321-46C6-B8CC-69530AEF8B13}" dt="2025-12-17T10:30:05.846" v="2140" actId="20577"/>
          <ac:spMkLst>
            <pc:docMk/>
            <pc:sldMk cId="3685477372" sldId="318"/>
            <ac:spMk id="2" creationId="{7C709EC6-E03E-9544-DC5A-6DCA7CA70D13}"/>
          </ac:spMkLst>
        </pc:spChg>
        <pc:spChg chg="mod">
          <ac:chgData name="Md. Irfan" userId="314d6608eebbc101" providerId="LiveId" clId="{4BB0DD80-E321-46C6-B8CC-69530AEF8B13}" dt="2025-12-17T10:44:48.609" v="2214" actId="20577"/>
          <ac:spMkLst>
            <pc:docMk/>
            <pc:sldMk cId="3685477372" sldId="318"/>
            <ac:spMk id="3" creationId="{7B26D12F-1741-B3B5-0C1B-B609FAE58C38}"/>
          </ac:spMkLst>
        </pc:spChg>
        <pc:spChg chg="add">
          <ac:chgData name="Md. Irfan" userId="314d6608eebbc101" providerId="LiveId" clId="{4BB0DD80-E321-46C6-B8CC-69530AEF8B13}" dt="2025-12-17T10:33:33.445" v="2157"/>
          <ac:spMkLst>
            <pc:docMk/>
            <pc:sldMk cId="3685477372" sldId="318"/>
            <ac:spMk id="6" creationId="{C869EE4C-3E38-9BD4-8D9B-8376BF033940}"/>
          </ac:spMkLst>
        </pc:spChg>
      </pc:sldChg>
      <pc:sldChg chg="modSp new del mod">
        <pc:chgData name="Md. Irfan" userId="314d6608eebbc101" providerId="LiveId" clId="{4BB0DD80-E321-46C6-B8CC-69530AEF8B13}" dt="2025-12-17T08:50:11.077" v="1827" actId="47"/>
        <pc:sldMkLst>
          <pc:docMk/>
          <pc:sldMk cId="1411515337" sldId="319"/>
        </pc:sldMkLst>
        <pc:spChg chg="mod">
          <ac:chgData name="Md. Irfan" userId="314d6608eebbc101" providerId="LiveId" clId="{4BB0DD80-E321-46C6-B8CC-69530AEF8B13}" dt="2025-12-17T07:52:11.976" v="1105"/>
          <ac:spMkLst>
            <pc:docMk/>
            <pc:sldMk cId="1411515337" sldId="319"/>
            <ac:spMk id="2" creationId="{48BC1734-92BA-5634-5DA4-194E16512D6C}"/>
          </ac:spMkLst>
        </pc:spChg>
        <pc:spChg chg="mod">
          <ac:chgData name="Md. Irfan" userId="314d6608eebbc101" providerId="LiveId" clId="{4BB0DD80-E321-46C6-B8CC-69530AEF8B13}" dt="2025-12-17T08:12:51.555" v="1109" actId="20577"/>
          <ac:spMkLst>
            <pc:docMk/>
            <pc:sldMk cId="1411515337" sldId="319"/>
            <ac:spMk id="3" creationId="{BADF78E4-49DF-B046-1C1B-4DFC66621D11}"/>
          </ac:spMkLst>
        </pc:spChg>
      </pc:sldChg>
      <pc:sldChg chg="addSp delSp modSp new del mod ord">
        <pc:chgData name="Md. Irfan" userId="314d6608eebbc101" providerId="LiveId" clId="{4BB0DD80-E321-46C6-B8CC-69530AEF8B13}" dt="2025-12-17T08:47:28.374" v="1813" actId="47"/>
        <pc:sldMkLst>
          <pc:docMk/>
          <pc:sldMk cId="2490922010" sldId="320"/>
        </pc:sldMkLst>
        <pc:spChg chg="mod">
          <ac:chgData name="Md. Irfan" userId="314d6608eebbc101" providerId="LiveId" clId="{4BB0DD80-E321-46C6-B8CC-69530AEF8B13}" dt="2025-12-17T08:18:42.163" v="1146"/>
          <ac:spMkLst>
            <pc:docMk/>
            <pc:sldMk cId="2490922010" sldId="320"/>
            <ac:spMk id="2" creationId="{6F5F1EC5-19E9-CBE1-6BAC-2A4B52C1B529}"/>
          </ac:spMkLst>
        </pc:spChg>
        <pc:spChg chg="del">
          <ac:chgData name="Md. Irfan" userId="314d6608eebbc101" providerId="LiveId" clId="{4BB0DD80-E321-46C6-B8CC-69530AEF8B13}" dt="2025-12-17T08:21:38.114" v="1150" actId="1032"/>
          <ac:spMkLst>
            <pc:docMk/>
            <pc:sldMk cId="2490922010" sldId="320"/>
            <ac:spMk id="3" creationId="{F19C83A5-1459-8002-2C3C-6D532B00D88B}"/>
          </ac:spMkLst>
        </pc:spChg>
        <pc:graphicFrameChg chg="add mod modGraphic">
          <ac:chgData name="Md. Irfan" userId="314d6608eebbc101" providerId="LiveId" clId="{4BB0DD80-E321-46C6-B8CC-69530AEF8B13}" dt="2025-12-17T08:22:13.549" v="1163" actId="14233"/>
          <ac:graphicFrameMkLst>
            <pc:docMk/>
            <pc:sldMk cId="2490922010" sldId="320"/>
            <ac:graphicFrameMk id="6" creationId="{F066513C-A7FE-D795-B811-847229C41CC5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F17EFF-A3A8-4B22-8459-771E5C2D5E14}" type="doc">
      <dgm:prSet loTypeId="urn:microsoft.com/office/officeart/2005/8/layout/process4" loCatId="list" qsTypeId="urn:microsoft.com/office/officeart/2005/8/quickstyle/3d2" qsCatId="3D" csTypeId="urn:microsoft.com/office/officeart/2005/8/colors/accent3_2" csCatId="accent3" phldr="1"/>
      <dgm:spPr/>
      <dgm:t>
        <a:bodyPr/>
        <a:lstStyle/>
        <a:p>
          <a:endParaRPr lang="en-IN"/>
        </a:p>
      </dgm:t>
    </dgm:pt>
    <dgm:pt modelId="{A50AECDE-6C70-4A6A-9DBB-41FAA18C82F2}">
      <dgm:prSet phldrT="[Text]" custT="1"/>
      <dgm:spPr/>
      <dgm:t>
        <a:bodyPr/>
        <a:lstStyle/>
        <a:p>
          <a:r>
            <a:rPr lang="en-US" sz="1600" b="1" dirty="0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Start</a:t>
          </a:r>
          <a:endParaRPr lang="en-IN" sz="1600" b="1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D2E98D1-96DF-4E33-93A2-D7AFB902604A}" type="parTrans" cxnId="{EA0FE76B-9CE0-41A5-BCD7-9934BC4D4C71}">
      <dgm:prSet/>
      <dgm:spPr/>
      <dgm:t>
        <a:bodyPr/>
        <a:lstStyle/>
        <a:p>
          <a:endParaRPr lang="en-IN" sz="1600" b="1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46931C2-ADFA-43B5-85B9-D4163A29AB25}" type="sibTrans" cxnId="{EA0FE76B-9CE0-41A5-BCD7-9934BC4D4C71}">
      <dgm:prSet/>
      <dgm:spPr/>
      <dgm:t>
        <a:bodyPr/>
        <a:lstStyle/>
        <a:p>
          <a:endParaRPr lang="en-IN" sz="1600" b="1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F184025-BE61-4F1D-ADDE-0D02C588774F}">
      <dgm:prSet phldrT="[Text]" custT="1"/>
      <dgm:spPr/>
      <dgm:t>
        <a:bodyPr/>
        <a:lstStyle/>
        <a:p>
          <a:r>
            <a:rPr lang="en-US" sz="16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End</a:t>
          </a:r>
          <a:endParaRPr lang="en-IN" sz="1600" b="1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B9D45DD-F7EB-4BD3-8C0C-63E8F556E290}" type="parTrans" cxnId="{7773469F-8961-4ED0-A69F-16503BF1EA3C}">
      <dgm:prSet/>
      <dgm:spPr/>
      <dgm:t>
        <a:bodyPr/>
        <a:lstStyle/>
        <a:p>
          <a:endParaRPr lang="en-IN" sz="1600" b="1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5C8CEB2-47FA-425A-9EF4-C7A0CBFBBEF8}" type="sibTrans" cxnId="{7773469F-8961-4ED0-A69F-16503BF1EA3C}">
      <dgm:prSet/>
      <dgm:spPr/>
      <dgm:t>
        <a:bodyPr/>
        <a:lstStyle/>
        <a:p>
          <a:endParaRPr lang="en-IN" sz="1600" b="1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30322BA-7F29-426C-8F2B-9AF52A06A0CA}">
      <dgm:prSet phldrT="[Text]" custT="1"/>
      <dgm:spPr/>
      <dgm:t>
        <a:bodyPr/>
        <a:lstStyle/>
        <a:p>
          <a:r>
            <a:rPr lang="en-US" sz="1600" b="1" dirty="0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Input: </a:t>
          </a:r>
          <a:r>
            <a:rPr lang="en-US" sz="1600" b="1" dirty="0" err="1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source.v</a:t>
          </a:r>
          <a:endParaRPr lang="en-IN" sz="1600" b="1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B779C76-9B6C-42F5-A5C2-3CA13E213557}" type="parTrans" cxnId="{3C240AEA-8485-4986-884A-9A606E7D255E}">
      <dgm:prSet/>
      <dgm:spPr/>
      <dgm:t>
        <a:bodyPr/>
        <a:lstStyle/>
        <a:p>
          <a:endParaRPr lang="en-IN"/>
        </a:p>
      </dgm:t>
    </dgm:pt>
    <dgm:pt modelId="{A393394E-2274-4182-B207-3E198772539C}" type="sibTrans" cxnId="{3C240AEA-8485-4986-884A-9A606E7D255E}">
      <dgm:prSet/>
      <dgm:spPr/>
      <dgm:t>
        <a:bodyPr/>
        <a:lstStyle/>
        <a:p>
          <a:endParaRPr lang="en-IN"/>
        </a:p>
      </dgm:t>
    </dgm:pt>
    <dgm:pt modelId="{F83EC62C-43F8-4C05-AB95-8840104AEC9C}">
      <dgm:prSet phldrT="[Text]" custT="1"/>
      <dgm:spPr/>
      <dgm:t>
        <a:bodyPr/>
        <a:lstStyle/>
        <a:p>
          <a:r>
            <a:rPr lang="en-US" sz="1600" b="1" dirty="0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Synthesis</a:t>
          </a:r>
          <a:endParaRPr lang="en-IN" sz="1600" b="1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2A6F418-6EC8-4BC9-BF36-E049201A41A3}" type="parTrans" cxnId="{6C4E4514-B636-4E87-9B21-514D8A3E64B4}">
      <dgm:prSet/>
      <dgm:spPr/>
      <dgm:t>
        <a:bodyPr/>
        <a:lstStyle/>
        <a:p>
          <a:endParaRPr lang="en-IN"/>
        </a:p>
      </dgm:t>
    </dgm:pt>
    <dgm:pt modelId="{38AB1D46-9F08-4007-8E8D-6FFF62B87374}" type="sibTrans" cxnId="{6C4E4514-B636-4E87-9B21-514D8A3E64B4}">
      <dgm:prSet/>
      <dgm:spPr/>
      <dgm:t>
        <a:bodyPr/>
        <a:lstStyle/>
        <a:p>
          <a:endParaRPr lang="en-IN"/>
        </a:p>
      </dgm:t>
    </dgm:pt>
    <dgm:pt modelId="{EE9F9929-D976-4862-929B-BFDF6BA1A4EC}">
      <dgm:prSet custT="1"/>
      <dgm:spPr/>
      <dgm:t>
        <a:bodyPr/>
        <a:lstStyle/>
        <a:p>
          <a:r>
            <a:rPr lang="en-US" sz="1600" b="1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Netlist and Reports Generated</a:t>
          </a:r>
          <a:endParaRPr lang="en-IN" sz="1600" b="1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E09B809-CDCC-49AC-8D6B-D7F51270CBD0}" type="parTrans" cxnId="{2C334BAB-7D72-44D6-826A-541CBB05BB3F}">
      <dgm:prSet/>
      <dgm:spPr/>
      <dgm:t>
        <a:bodyPr/>
        <a:lstStyle/>
        <a:p>
          <a:endParaRPr lang="en-IN"/>
        </a:p>
      </dgm:t>
    </dgm:pt>
    <dgm:pt modelId="{3982F351-4473-4E30-9BBD-E72591869234}" type="sibTrans" cxnId="{2C334BAB-7D72-44D6-826A-541CBB05BB3F}">
      <dgm:prSet/>
      <dgm:spPr/>
      <dgm:t>
        <a:bodyPr/>
        <a:lstStyle/>
        <a:p>
          <a:endParaRPr lang="en-IN"/>
        </a:p>
      </dgm:t>
    </dgm:pt>
    <dgm:pt modelId="{E631A230-2928-4493-9AD7-96B99EDAA792}">
      <dgm:prSet custT="1"/>
      <dgm:spPr/>
      <dgm:t>
        <a:bodyPr/>
        <a:lstStyle/>
        <a:p>
          <a:r>
            <a:rPr lang="en-US" sz="1600" b="1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Padframe Generation</a:t>
          </a:r>
          <a:endParaRPr lang="en-IN" sz="1600" b="1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F646FB7-B495-4124-91BB-C18223B33A07}" type="parTrans" cxnId="{D5E19F03-4FEA-4AB1-A434-277222D4C417}">
      <dgm:prSet/>
      <dgm:spPr/>
      <dgm:t>
        <a:bodyPr/>
        <a:lstStyle/>
        <a:p>
          <a:endParaRPr lang="en-IN"/>
        </a:p>
      </dgm:t>
    </dgm:pt>
    <dgm:pt modelId="{E33FDE9C-C4E1-4B76-AF22-F8BFA3DAC513}" type="sibTrans" cxnId="{D5E19F03-4FEA-4AB1-A434-277222D4C417}">
      <dgm:prSet/>
      <dgm:spPr/>
      <dgm:t>
        <a:bodyPr/>
        <a:lstStyle/>
        <a:p>
          <a:endParaRPr lang="en-IN"/>
        </a:p>
      </dgm:t>
    </dgm:pt>
    <dgm:pt modelId="{55345C77-6C73-4007-8393-4DFF2A5C0C58}">
      <dgm:prSet custT="1"/>
      <dgm:spPr/>
      <dgm:t>
        <a:bodyPr/>
        <a:lstStyle/>
        <a:p>
          <a:r>
            <a:rPr lang="en-US" sz="1600" b="1" dirty="0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Input: Generated Netlist</a:t>
          </a:r>
          <a:endParaRPr lang="en-IN" sz="1600" b="1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04BBD58-FF3C-4798-8888-2D244DDAD286}" type="parTrans" cxnId="{0F4BBDED-7A5F-4197-9717-DDC6835D8633}">
      <dgm:prSet/>
      <dgm:spPr/>
      <dgm:t>
        <a:bodyPr/>
        <a:lstStyle/>
        <a:p>
          <a:endParaRPr lang="en-IN"/>
        </a:p>
      </dgm:t>
    </dgm:pt>
    <dgm:pt modelId="{4A2783BD-3918-43AD-8D6A-6A4298AA10FC}" type="sibTrans" cxnId="{0F4BBDED-7A5F-4197-9717-DDC6835D8633}">
      <dgm:prSet/>
      <dgm:spPr/>
      <dgm:t>
        <a:bodyPr/>
        <a:lstStyle/>
        <a:p>
          <a:endParaRPr lang="en-IN"/>
        </a:p>
      </dgm:t>
    </dgm:pt>
    <dgm:pt modelId="{5BA2041D-D198-4911-BC89-A4706A677803}">
      <dgm:prSet custT="1"/>
      <dgm:spPr/>
      <dgm:t>
        <a:bodyPr/>
        <a:lstStyle/>
        <a:p>
          <a:r>
            <a:rPr lang="en-US" sz="1600" b="1" dirty="0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Modifying Netlist </a:t>
          </a:r>
          <a:endParaRPr lang="en-IN" sz="1600" b="1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E597389-B8D2-4B6E-B291-7D2C8683F03F}" type="parTrans" cxnId="{C94C334E-F7A0-4628-BCE3-8BA2F2F71D7B}">
      <dgm:prSet/>
      <dgm:spPr/>
      <dgm:t>
        <a:bodyPr/>
        <a:lstStyle/>
        <a:p>
          <a:endParaRPr lang="en-IN"/>
        </a:p>
      </dgm:t>
    </dgm:pt>
    <dgm:pt modelId="{00D8DD60-0F95-4BFB-8BD1-1FAAE1C81CA6}" type="sibTrans" cxnId="{C94C334E-F7A0-4628-BCE3-8BA2F2F71D7B}">
      <dgm:prSet/>
      <dgm:spPr/>
      <dgm:t>
        <a:bodyPr/>
        <a:lstStyle/>
        <a:p>
          <a:endParaRPr lang="en-IN"/>
        </a:p>
      </dgm:t>
    </dgm:pt>
    <dgm:pt modelId="{7C512914-08EC-42F3-A33C-59B1ED04C5DA}">
      <dgm:prSet custT="1"/>
      <dgm:spPr/>
      <dgm:t>
        <a:bodyPr/>
        <a:lstStyle/>
        <a:p>
          <a:r>
            <a:rPr lang="en-US" sz="1600" b="1" dirty="0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Input: </a:t>
          </a:r>
          <a:r>
            <a:rPr lang="en-US" sz="1600" b="1" dirty="0" err="1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Padframe</a:t>
          </a:r>
          <a:r>
            <a:rPr lang="en-US" sz="1600" b="1" dirty="0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 and Netlist</a:t>
          </a:r>
          <a:endParaRPr lang="en-IN" sz="1600" b="1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5205181-3D71-45AD-8846-CD8E51011526}" type="parTrans" cxnId="{A81E1AC4-C0EA-4608-BC77-A4905F2EE0D9}">
      <dgm:prSet/>
      <dgm:spPr/>
      <dgm:t>
        <a:bodyPr/>
        <a:lstStyle/>
        <a:p>
          <a:endParaRPr lang="en-IN"/>
        </a:p>
      </dgm:t>
    </dgm:pt>
    <dgm:pt modelId="{9F5B4B14-EC5B-42ED-9F50-C0B65BD7E32A}" type="sibTrans" cxnId="{A81E1AC4-C0EA-4608-BC77-A4905F2EE0D9}">
      <dgm:prSet/>
      <dgm:spPr/>
      <dgm:t>
        <a:bodyPr/>
        <a:lstStyle/>
        <a:p>
          <a:endParaRPr lang="en-IN"/>
        </a:p>
      </dgm:t>
    </dgm:pt>
    <dgm:pt modelId="{7DC1E74F-2C38-404F-925A-37E6DCE95C89}">
      <dgm:prSet custT="1"/>
      <dgm:spPr/>
      <dgm:t>
        <a:bodyPr/>
        <a:lstStyle/>
        <a:p>
          <a:r>
            <a:rPr lang="en-US" sz="1600" b="1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Floorplan Setup</a:t>
          </a:r>
          <a:endParaRPr lang="en-IN" sz="1600" b="1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53A328C-F90E-445F-B174-8343CD9CAC8B}" type="parTrans" cxnId="{E358487E-8381-4CF4-9632-53A0DB4629CE}">
      <dgm:prSet/>
      <dgm:spPr/>
      <dgm:t>
        <a:bodyPr/>
        <a:lstStyle/>
        <a:p>
          <a:endParaRPr lang="en-IN"/>
        </a:p>
      </dgm:t>
    </dgm:pt>
    <dgm:pt modelId="{31EA6C8A-8EC1-4443-9D4A-A109F1A470EB}" type="sibTrans" cxnId="{E358487E-8381-4CF4-9632-53A0DB4629CE}">
      <dgm:prSet/>
      <dgm:spPr/>
      <dgm:t>
        <a:bodyPr/>
        <a:lstStyle/>
        <a:p>
          <a:endParaRPr lang="en-IN"/>
        </a:p>
      </dgm:t>
    </dgm:pt>
    <dgm:pt modelId="{DD5AB915-13A3-4818-911C-0A58CD4997C2}">
      <dgm:prSet custT="1"/>
      <dgm:spPr/>
      <dgm:t>
        <a:bodyPr/>
        <a:lstStyle/>
        <a:p>
          <a:r>
            <a:rPr lang="en-US" sz="1600" b="1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Core size computed from Padframe</a:t>
          </a:r>
          <a:endParaRPr lang="en-IN" sz="1600" b="1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7336971-79AE-4BA7-9F2A-0C85C836758B}" type="parTrans" cxnId="{9D87B622-B570-4CD4-94C8-63FA308F95F3}">
      <dgm:prSet/>
      <dgm:spPr/>
      <dgm:t>
        <a:bodyPr/>
        <a:lstStyle/>
        <a:p>
          <a:endParaRPr lang="en-IN"/>
        </a:p>
      </dgm:t>
    </dgm:pt>
    <dgm:pt modelId="{4BA6A31E-F209-423F-BFDF-A705B1EA4C5B}" type="sibTrans" cxnId="{9D87B622-B570-4CD4-94C8-63FA308F95F3}">
      <dgm:prSet/>
      <dgm:spPr/>
      <dgm:t>
        <a:bodyPr/>
        <a:lstStyle/>
        <a:p>
          <a:endParaRPr lang="en-IN"/>
        </a:p>
      </dgm:t>
    </dgm:pt>
    <dgm:pt modelId="{70C7A647-DCA7-4F09-83EF-E1622A940254}">
      <dgm:prSet custT="1"/>
      <dgm:spPr/>
      <dgm:t>
        <a:bodyPr/>
        <a:lstStyle/>
        <a:p>
          <a:r>
            <a:rPr lang="en-US" sz="1600" b="1" dirty="0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Power planning</a:t>
          </a:r>
          <a:endParaRPr lang="en-IN" sz="1600" b="1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C6E6377-1FD1-41F4-85F0-B95AA2173314}" type="parTrans" cxnId="{39166691-64F5-4A21-BED4-06EDBF557625}">
      <dgm:prSet/>
      <dgm:spPr/>
      <dgm:t>
        <a:bodyPr/>
        <a:lstStyle/>
        <a:p>
          <a:endParaRPr lang="en-IN"/>
        </a:p>
      </dgm:t>
    </dgm:pt>
    <dgm:pt modelId="{D0E477E9-D31F-48D2-B903-32E5F9C17474}" type="sibTrans" cxnId="{39166691-64F5-4A21-BED4-06EDBF557625}">
      <dgm:prSet/>
      <dgm:spPr/>
      <dgm:t>
        <a:bodyPr/>
        <a:lstStyle/>
        <a:p>
          <a:endParaRPr lang="en-IN"/>
        </a:p>
      </dgm:t>
    </dgm:pt>
    <dgm:pt modelId="{39499643-0B35-46D6-B3AA-40663A99D50D}">
      <dgm:prSet custT="1"/>
      <dgm:spPr/>
      <dgm:t>
        <a:bodyPr/>
        <a:lstStyle/>
        <a:p>
          <a:r>
            <a:rPr lang="en-US" sz="1600" b="1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Placement</a:t>
          </a:r>
          <a:endParaRPr lang="en-IN" sz="1600" b="1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EA061CF-3340-4159-850F-861673B1D449}" type="parTrans" cxnId="{E4404B17-CE6F-4D94-B362-7A0B81523CFA}">
      <dgm:prSet/>
      <dgm:spPr/>
      <dgm:t>
        <a:bodyPr/>
        <a:lstStyle/>
        <a:p>
          <a:endParaRPr lang="en-IN"/>
        </a:p>
      </dgm:t>
    </dgm:pt>
    <dgm:pt modelId="{ED90EAF7-E67D-4D52-B222-EEAFC301DD2A}" type="sibTrans" cxnId="{E4404B17-CE6F-4D94-B362-7A0B81523CFA}">
      <dgm:prSet/>
      <dgm:spPr/>
      <dgm:t>
        <a:bodyPr/>
        <a:lstStyle/>
        <a:p>
          <a:endParaRPr lang="en-IN"/>
        </a:p>
      </dgm:t>
    </dgm:pt>
    <dgm:pt modelId="{3017CAF0-D8A7-4C8B-BA02-EE25E8860C2F}">
      <dgm:prSet custT="1"/>
      <dgm:spPr/>
      <dgm:t>
        <a:bodyPr/>
        <a:lstStyle/>
        <a:p>
          <a:r>
            <a:rPr lang="en-US" sz="1600" b="1" dirty="0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Clock Tree Synthesis (CTS)</a:t>
          </a:r>
          <a:endParaRPr lang="en-IN" sz="1600" b="1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3B8550C-5505-4D3B-B096-60D093BD213F}" type="parTrans" cxnId="{749289E3-0836-4101-A874-3FA827E5541E}">
      <dgm:prSet/>
      <dgm:spPr/>
      <dgm:t>
        <a:bodyPr/>
        <a:lstStyle/>
        <a:p>
          <a:endParaRPr lang="en-IN"/>
        </a:p>
      </dgm:t>
    </dgm:pt>
    <dgm:pt modelId="{BEA355AC-45D3-4B03-83C9-A0F0C863DE24}" type="sibTrans" cxnId="{749289E3-0836-4101-A874-3FA827E5541E}">
      <dgm:prSet/>
      <dgm:spPr/>
      <dgm:t>
        <a:bodyPr/>
        <a:lstStyle/>
        <a:p>
          <a:endParaRPr lang="en-IN"/>
        </a:p>
      </dgm:t>
    </dgm:pt>
    <dgm:pt modelId="{2DF774C0-5962-49BA-9130-36B152408FC5}">
      <dgm:prSet custT="1"/>
      <dgm:spPr/>
      <dgm:t>
        <a:bodyPr/>
        <a:lstStyle/>
        <a:p>
          <a:r>
            <a:rPr lang="en-US" sz="1600" b="1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Routing</a:t>
          </a:r>
          <a:endParaRPr lang="en-IN" sz="1600" b="1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2980ABB-09FC-4305-840F-19B7B17C9A78}" type="parTrans" cxnId="{48B5321D-9248-4DE9-AB8B-AA1EBE0DD306}">
      <dgm:prSet/>
      <dgm:spPr/>
      <dgm:t>
        <a:bodyPr/>
        <a:lstStyle/>
        <a:p>
          <a:endParaRPr lang="en-IN"/>
        </a:p>
      </dgm:t>
    </dgm:pt>
    <dgm:pt modelId="{445F8CE4-213A-4735-931A-28064F311B20}" type="sibTrans" cxnId="{48B5321D-9248-4DE9-AB8B-AA1EBE0DD306}">
      <dgm:prSet/>
      <dgm:spPr/>
      <dgm:t>
        <a:bodyPr/>
        <a:lstStyle/>
        <a:p>
          <a:endParaRPr lang="en-IN"/>
        </a:p>
      </dgm:t>
    </dgm:pt>
    <dgm:pt modelId="{8A175BD0-E57B-4CC9-9A9C-BDD103FFB919}">
      <dgm:prSet custT="1"/>
      <dgm:spPr/>
      <dgm:t>
        <a:bodyPr/>
        <a:lstStyle/>
        <a:p>
          <a:r>
            <a:rPr lang="en-US" sz="1600" b="1" dirty="0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GDSII Generation</a:t>
          </a:r>
          <a:endParaRPr lang="en-IN" sz="1600" b="1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EF0C195-B16E-4BE0-9B6C-BA087CB2AAC0}" type="parTrans" cxnId="{2AFEC77E-8021-4611-B7B8-9831C13A3BD4}">
      <dgm:prSet/>
      <dgm:spPr/>
      <dgm:t>
        <a:bodyPr/>
        <a:lstStyle/>
        <a:p>
          <a:endParaRPr lang="en-IN"/>
        </a:p>
      </dgm:t>
    </dgm:pt>
    <dgm:pt modelId="{C1974FC2-3731-4C09-8DA6-A96D42EA9F5B}" type="sibTrans" cxnId="{2AFEC77E-8021-4611-B7B8-9831C13A3BD4}">
      <dgm:prSet/>
      <dgm:spPr/>
      <dgm:t>
        <a:bodyPr/>
        <a:lstStyle/>
        <a:p>
          <a:endParaRPr lang="en-IN"/>
        </a:p>
      </dgm:t>
    </dgm:pt>
    <dgm:pt modelId="{54390B93-09B7-4BBF-BDB8-D8370657648C}">
      <dgm:prSet custT="1"/>
      <dgm:spPr/>
      <dgm:t>
        <a:bodyPr/>
        <a:lstStyle/>
        <a:p>
          <a:r>
            <a:rPr lang="en-US" sz="1600" b="1" dirty="0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Output: “.</a:t>
          </a:r>
          <a:r>
            <a:rPr lang="en-US" sz="1600" b="1" dirty="0" err="1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gds</a:t>
          </a:r>
          <a:r>
            <a:rPr lang="en-US" sz="1600" b="1" dirty="0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” file</a:t>
          </a:r>
          <a:endParaRPr lang="en-IN" sz="1600" b="1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4FFD6F6E-D905-46ED-9A05-601EB308A0FD}" type="parTrans" cxnId="{ADAC1CDC-8939-4B7C-B2E9-C2E0D89839FB}">
      <dgm:prSet/>
      <dgm:spPr/>
      <dgm:t>
        <a:bodyPr/>
        <a:lstStyle/>
        <a:p>
          <a:endParaRPr lang="en-IN"/>
        </a:p>
      </dgm:t>
    </dgm:pt>
    <dgm:pt modelId="{14A9DFD5-D87B-4E18-8B76-0DA6CFDD0E3E}" type="sibTrans" cxnId="{ADAC1CDC-8939-4B7C-B2E9-C2E0D89839FB}">
      <dgm:prSet/>
      <dgm:spPr/>
      <dgm:t>
        <a:bodyPr/>
        <a:lstStyle/>
        <a:p>
          <a:endParaRPr lang="en-IN"/>
        </a:p>
      </dgm:t>
    </dgm:pt>
    <dgm:pt modelId="{21927B84-977D-40CC-BB7F-F99895A541FC}" type="pres">
      <dgm:prSet presAssocID="{50F17EFF-A3A8-4B22-8459-771E5C2D5E14}" presName="Name0" presStyleCnt="0">
        <dgm:presLayoutVars>
          <dgm:dir/>
          <dgm:animLvl val="lvl"/>
          <dgm:resizeHandles val="exact"/>
        </dgm:presLayoutVars>
      </dgm:prSet>
      <dgm:spPr/>
    </dgm:pt>
    <dgm:pt modelId="{D31170BD-B7CA-4D8A-B252-81664DC7A63A}" type="pres">
      <dgm:prSet presAssocID="{5F184025-BE61-4F1D-ADDE-0D02C588774F}" presName="boxAndChildren" presStyleCnt="0"/>
      <dgm:spPr/>
    </dgm:pt>
    <dgm:pt modelId="{0DB70C98-6A1F-4610-9604-4A0697EAF128}" type="pres">
      <dgm:prSet presAssocID="{5F184025-BE61-4F1D-ADDE-0D02C588774F}" presName="parentTextBox" presStyleLbl="node1" presStyleIdx="0" presStyleCnt="11"/>
      <dgm:spPr/>
    </dgm:pt>
    <dgm:pt modelId="{608CD9C0-1156-44CB-B341-EF8D2C627B2D}" type="pres">
      <dgm:prSet presAssocID="{C1974FC2-3731-4C09-8DA6-A96D42EA9F5B}" presName="sp" presStyleCnt="0"/>
      <dgm:spPr/>
    </dgm:pt>
    <dgm:pt modelId="{2C2ACC77-CBC8-49EA-A5C3-9BB932E61D15}" type="pres">
      <dgm:prSet presAssocID="{8A175BD0-E57B-4CC9-9A9C-BDD103FFB919}" presName="arrowAndChildren" presStyleCnt="0"/>
      <dgm:spPr/>
    </dgm:pt>
    <dgm:pt modelId="{8C7AD105-B305-4EBC-8A5E-DC92E41057E6}" type="pres">
      <dgm:prSet presAssocID="{8A175BD0-E57B-4CC9-9A9C-BDD103FFB919}" presName="parentTextArrow" presStyleLbl="node1" presStyleIdx="0" presStyleCnt="11"/>
      <dgm:spPr/>
    </dgm:pt>
    <dgm:pt modelId="{1322339E-DEC6-469F-B018-EFEBACC401D4}" type="pres">
      <dgm:prSet presAssocID="{8A175BD0-E57B-4CC9-9A9C-BDD103FFB919}" presName="arrow" presStyleLbl="node1" presStyleIdx="1" presStyleCnt="11"/>
      <dgm:spPr/>
    </dgm:pt>
    <dgm:pt modelId="{FF609ECE-2324-4E70-91B4-36940B840433}" type="pres">
      <dgm:prSet presAssocID="{8A175BD0-E57B-4CC9-9A9C-BDD103FFB919}" presName="descendantArrow" presStyleCnt="0"/>
      <dgm:spPr/>
    </dgm:pt>
    <dgm:pt modelId="{6350EDDC-58AD-437E-B96C-A25A442955D0}" type="pres">
      <dgm:prSet presAssocID="{54390B93-09B7-4BBF-BDB8-D8370657648C}" presName="childTextArrow" presStyleLbl="fgAccFollowNode1" presStyleIdx="0" presStyleCnt="6">
        <dgm:presLayoutVars>
          <dgm:bulletEnabled val="1"/>
        </dgm:presLayoutVars>
      </dgm:prSet>
      <dgm:spPr/>
    </dgm:pt>
    <dgm:pt modelId="{392BBAC1-A7E6-4A37-8BF6-58FB3C65BE95}" type="pres">
      <dgm:prSet presAssocID="{445F8CE4-213A-4735-931A-28064F311B20}" presName="sp" presStyleCnt="0"/>
      <dgm:spPr/>
    </dgm:pt>
    <dgm:pt modelId="{DB7F7635-E7AC-4445-B61B-A1780722AA4D}" type="pres">
      <dgm:prSet presAssocID="{2DF774C0-5962-49BA-9130-36B152408FC5}" presName="arrowAndChildren" presStyleCnt="0"/>
      <dgm:spPr/>
    </dgm:pt>
    <dgm:pt modelId="{C19199EE-4959-4C48-93A8-2E7CC7D513E4}" type="pres">
      <dgm:prSet presAssocID="{2DF774C0-5962-49BA-9130-36B152408FC5}" presName="parentTextArrow" presStyleLbl="node1" presStyleIdx="2" presStyleCnt="11"/>
      <dgm:spPr/>
    </dgm:pt>
    <dgm:pt modelId="{0A3B4A18-7BC8-4C96-90CE-31EAEFAFCC87}" type="pres">
      <dgm:prSet presAssocID="{BEA355AC-45D3-4B03-83C9-A0F0C863DE24}" presName="sp" presStyleCnt="0"/>
      <dgm:spPr/>
    </dgm:pt>
    <dgm:pt modelId="{16F2F3E1-8990-43FC-9494-2E64887171F4}" type="pres">
      <dgm:prSet presAssocID="{3017CAF0-D8A7-4C8B-BA02-EE25E8860C2F}" presName="arrowAndChildren" presStyleCnt="0"/>
      <dgm:spPr/>
    </dgm:pt>
    <dgm:pt modelId="{3F5E651E-6951-41A3-B48B-50CF6DB5FC7D}" type="pres">
      <dgm:prSet presAssocID="{3017CAF0-D8A7-4C8B-BA02-EE25E8860C2F}" presName="parentTextArrow" presStyleLbl="node1" presStyleIdx="3" presStyleCnt="11"/>
      <dgm:spPr/>
    </dgm:pt>
    <dgm:pt modelId="{00A5BFBD-301B-4073-90CF-83C3096CBC98}" type="pres">
      <dgm:prSet presAssocID="{ED90EAF7-E67D-4D52-B222-EEAFC301DD2A}" presName="sp" presStyleCnt="0"/>
      <dgm:spPr/>
    </dgm:pt>
    <dgm:pt modelId="{D4971062-1CA7-401E-9519-BA12C42D8655}" type="pres">
      <dgm:prSet presAssocID="{39499643-0B35-46D6-B3AA-40663A99D50D}" presName="arrowAndChildren" presStyleCnt="0"/>
      <dgm:spPr/>
    </dgm:pt>
    <dgm:pt modelId="{A91B5215-71A8-4DDA-8DC1-A49579CF33B9}" type="pres">
      <dgm:prSet presAssocID="{39499643-0B35-46D6-B3AA-40663A99D50D}" presName="parentTextArrow" presStyleLbl="node1" presStyleIdx="4" presStyleCnt="11"/>
      <dgm:spPr/>
    </dgm:pt>
    <dgm:pt modelId="{E06B9F8D-8FCB-4EB2-960D-ADC5060A93A0}" type="pres">
      <dgm:prSet presAssocID="{D0E477E9-D31F-48D2-B903-32E5F9C17474}" presName="sp" presStyleCnt="0"/>
      <dgm:spPr/>
    </dgm:pt>
    <dgm:pt modelId="{2B889107-AE05-440C-AF47-B73BE7ED78F1}" type="pres">
      <dgm:prSet presAssocID="{70C7A647-DCA7-4F09-83EF-E1622A940254}" presName="arrowAndChildren" presStyleCnt="0"/>
      <dgm:spPr/>
    </dgm:pt>
    <dgm:pt modelId="{170C74D8-B124-4C2C-80B3-82693D961FE5}" type="pres">
      <dgm:prSet presAssocID="{70C7A647-DCA7-4F09-83EF-E1622A940254}" presName="parentTextArrow" presStyleLbl="node1" presStyleIdx="5" presStyleCnt="11"/>
      <dgm:spPr/>
    </dgm:pt>
    <dgm:pt modelId="{6434AF47-EACD-4505-8FA7-905F91712F53}" type="pres">
      <dgm:prSet presAssocID="{31EA6C8A-8EC1-4443-9D4A-A109F1A470EB}" presName="sp" presStyleCnt="0"/>
      <dgm:spPr/>
    </dgm:pt>
    <dgm:pt modelId="{6E231932-9139-4D6F-850B-08FFA166C2CD}" type="pres">
      <dgm:prSet presAssocID="{7DC1E74F-2C38-404F-925A-37E6DCE95C89}" presName="arrowAndChildren" presStyleCnt="0"/>
      <dgm:spPr/>
    </dgm:pt>
    <dgm:pt modelId="{BF9076FE-89AB-482B-B345-750B2BD3E847}" type="pres">
      <dgm:prSet presAssocID="{7DC1E74F-2C38-404F-925A-37E6DCE95C89}" presName="parentTextArrow" presStyleLbl="node1" presStyleIdx="5" presStyleCnt="11"/>
      <dgm:spPr/>
    </dgm:pt>
    <dgm:pt modelId="{94B60A42-6CCC-4FC6-8555-63DE72BF1C5C}" type="pres">
      <dgm:prSet presAssocID="{7DC1E74F-2C38-404F-925A-37E6DCE95C89}" presName="arrow" presStyleLbl="node1" presStyleIdx="6" presStyleCnt="11"/>
      <dgm:spPr/>
    </dgm:pt>
    <dgm:pt modelId="{5307955D-4A49-4C42-AC5D-B887DD2CB922}" type="pres">
      <dgm:prSet presAssocID="{7DC1E74F-2C38-404F-925A-37E6DCE95C89}" presName="descendantArrow" presStyleCnt="0"/>
      <dgm:spPr/>
    </dgm:pt>
    <dgm:pt modelId="{85E11AFA-F7A6-4069-B795-C34AFEC3B389}" type="pres">
      <dgm:prSet presAssocID="{DD5AB915-13A3-4818-911C-0A58CD4997C2}" presName="childTextArrow" presStyleLbl="fgAccFollowNode1" presStyleIdx="1" presStyleCnt="6">
        <dgm:presLayoutVars>
          <dgm:bulletEnabled val="1"/>
        </dgm:presLayoutVars>
      </dgm:prSet>
      <dgm:spPr/>
    </dgm:pt>
    <dgm:pt modelId="{1CE056BF-B80D-4F57-8B80-B311CA80B8A1}" type="pres">
      <dgm:prSet presAssocID="{00D8DD60-0F95-4BFB-8BD1-1FAAE1C81CA6}" presName="sp" presStyleCnt="0"/>
      <dgm:spPr/>
    </dgm:pt>
    <dgm:pt modelId="{C3133FDB-0F5E-4122-ADFE-2F71B13050E2}" type="pres">
      <dgm:prSet presAssocID="{5BA2041D-D198-4911-BC89-A4706A677803}" presName="arrowAndChildren" presStyleCnt="0"/>
      <dgm:spPr/>
    </dgm:pt>
    <dgm:pt modelId="{A1ED363D-568D-44A9-84ED-B0EEF070B096}" type="pres">
      <dgm:prSet presAssocID="{5BA2041D-D198-4911-BC89-A4706A677803}" presName="parentTextArrow" presStyleLbl="node1" presStyleIdx="6" presStyleCnt="11"/>
      <dgm:spPr/>
    </dgm:pt>
    <dgm:pt modelId="{7926F67F-6E9B-4F2E-8E46-7914E79E2543}" type="pres">
      <dgm:prSet presAssocID="{5BA2041D-D198-4911-BC89-A4706A677803}" presName="arrow" presStyleLbl="node1" presStyleIdx="7" presStyleCnt="11"/>
      <dgm:spPr/>
    </dgm:pt>
    <dgm:pt modelId="{C5411997-99B5-4053-BD9A-30D8A5CCC3C2}" type="pres">
      <dgm:prSet presAssocID="{5BA2041D-D198-4911-BC89-A4706A677803}" presName="descendantArrow" presStyleCnt="0"/>
      <dgm:spPr/>
    </dgm:pt>
    <dgm:pt modelId="{2FDB1222-9D75-41BD-9A2A-22C1DCBE13B6}" type="pres">
      <dgm:prSet presAssocID="{7C512914-08EC-42F3-A33C-59B1ED04C5DA}" presName="childTextArrow" presStyleLbl="fgAccFollowNode1" presStyleIdx="2" presStyleCnt="6">
        <dgm:presLayoutVars>
          <dgm:bulletEnabled val="1"/>
        </dgm:presLayoutVars>
      </dgm:prSet>
      <dgm:spPr/>
    </dgm:pt>
    <dgm:pt modelId="{F5938F71-F7D8-46A5-BC00-516F48691FE4}" type="pres">
      <dgm:prSet presAssocID="{E33FDE9C-C4E1-4B76-AF22-F8BFA3DAC513}" presName="sp" presStyleCnt="0"/>
      <dgm:spPr/>
    </dgm:pt>
    <dgm:pt modelId="{9F428FD9-587B-4DA7-826D-0316333EC192}" type="pres">
      <dgm:prSet presAssocID="{E631A230-2928-4493-9AD7-96B99EDAA792}" presName="arrowAndChildren" presStyleCnt="0"/>
      <dgm:spPr/>
    </dgm:pt>
    <dgm:pt modelId="{64546CDF-6E79-4D9E-B416-985FBD670032}" type="pres">
      <dgm:prSet presAssocID="{E631A230-2928-4493-9AD7-96B99EDAA792}" presName="parentTextArrow" presStyleLbl="node1" presStyleIdx="7" presStyleCnt="11"/>
      <dgm:spPr/>
    </dgm:pt>
    <dgm:pt modelId="{7D01C343-C739-4ED3-851C-318479E75B5F}" type="pres">
      <dgm:prSet presAssocID="{E631A230-2928-4493-9AD7-96B99EDAA792}" presName="arrow" presStyleLbl="node1" presStyleIdx="8" presStyleCnt="11"/>
      <dgm:spPr/>
    </dgm:pt>
    <dgm:pt modelId="{8C8A2144-7688-4C05-A76E-48A98E58076D}" type="pres">
      <dgm:prSet presAssocID="{E631A230-2928-4493-9AD7-96B99EDAA792}" presName="descendantArrow" presStyleCnt="0"/>
      <dgm:spPr/>
    </dgm:pt>
    <dgm:pt modelId="{F6F1E9E1-558A-43F2-90A0-986DEA304C56}" type="pres">
      <dgm:prSet presAssocID="{55345C77-6C73-4007-8393-4DFF2A5C0C58}" presName="childTextArrow" presStyleLbl="fgAccFollowNode1" presStyleIdx="3" presStyleCnt="6">
        <dgm:presLayoutVars>
          <dgm:bulletEnabled val="1"/>
        </dgm:presLayoutVars>
      </dgm:prSet>
      <dgm:spPr/>
    </dgm:pt>
    <dgm:pt modelId="{0B66E0A7-6B90-4FF2-BD68-A338D5A454D7}" type="pres">
      <dgm:prSet presAssocID="{38AB1D46-9F08-4007-8E8D-6FFF62B87374}" presName="sp" presStyleCnt="0"/>
      <dgm:spPr/>
    </dgm:pt>
    <dgm:pt modelId="{20A3E150-2BAA-4C35-955F-748A46D1002F}" type="pres">
      <dgm:prSet presAssocID="{F83EC62C-43F8-4C05-AB95-8840104AEC9C}" presName="arrowAndChildren" presStyleCnt="0"/>
      <dgm:spPr/>
    </dgm:pt>
    <dgm:pt modelId="{21205ED9-05A5-4768-87CC-E3C88FC21D65}" type="pres">
      <dgm:prSet presAssocID="{F83EC62C-43F8-4C05-AB95-8840104AEC9C}" presName="parentTextArrow" presStyleLbl="node1" presStyleIdx="8" presStyleCnt="11"/>
      <dgm:spPr/>
    </dgm:pt>
    <dgm:pt modelId="{C40BE7C0-4506-4F73-87DC-2BC5BAB29959}" type="pres">
      <dgm:prSet presAssocID="{F83EC62C-43F8-4C05-AB95-8840104AEC9C}" presName="arrow" presStyleLbl="node1" presStyleIdx="9" presStyleCnt="11"/>
      <dgm:spPr/>
    </dgm:pt>
    <dgm:pt modelId="{6FE53485-1BD2-400C-A0DE-ED92C4D6388C}" type="pres">
      <dgm:prSet presAssocID="{F83EC62C-43F8-4C05-AB95-8840104AEC9C}" presName="descendantArrow" presStyleCnt="0"/>
      <dgm:spPr/>
    </dgm:pt>
    <dgm:pt modelId="{29FA6D40-DBB9-4C15-AAD7-C77081FB1410}" type="pres">
      <dgm:prSet presAssocID="{EE9F9929-D976-4862-929B-BFDF6BA1A4EC}" presName="childTextArrow" presStyleLbl="fgAccFollowNode1" presStyleIdx="4" presStyleCnt="6">
        <dgm:presLayoutVars>
          <dgm:bulletEnabled val="1"/>
        </dgm:presLayoutVars>
      </dgm:prSet>
      <dgm:spPr/>
    </dgm:pt>
    <dgm:pt modelId="{27C27F9A-62E4-499F-8DE3-FC36BC49639E}" type="pres">
      <dgm:prSet presAssocID="{646931C2-ADFA-43B5-85B9-D4163A29AB25}" presName="sp" presStyleCnt="0"/>
      <dgm:spPr/>
    </dgm:pt>
    <dgm:pt modelId="{116F4479-BA59-4752-A6FA-D7BBF235B376}" type="pres">
      <dgm:prSet presAssocID="{A50AECDE-6C70-4A6A-9DBB-41FAA18C82F2}" presName="arrowAndChildren" presStyleCnt="0"/>
      <dgm:spPr/>
    </dgm:pt>
    <dgm:pt modelId="{C18BC341-A43A-47F9-AEAA-642D45C599BD}" type="pres">
      <dgm:prSet presAssocID="{A50AECDE-6C70-4A6A-9DBB-41FAA18C82F2}" presName="parentTextArrow" presStyleLbl="node1" presStyleIdx="9" presStyleCnt="11"/>
      <dgm:spPr/>
    </dgm:pt>
    <dgm:pt modelId="{3E1942DF-AE3F-4CBA-94B7-C45FF1A44080}" type="pres">
      <dgm:prSet presAssocID="{A50AECDE-6C70-4A6A-9DBB-41FAA18C82F2}" presName="arrow" presStyleLbl="node1" presStyleIdx="10" presStyleCnt="11" custLinFactNeighborX="6140" custLinFactNeighborY="-2689"/>
      <dgm:spPr/>
    </dgm:pt>
    <dgm:pt modelId="{3C9C3BB5-E574-4A19-9DF0-E751EE95CB03}" type="pres">
      <dgm:prSet presAssocID="{A50AECDE-6C70-4A6A-9DBB-41FAA18C82F2}" presName="descendantArrow" presStyleCnt="0"/>
      <dgm:spPr/>
    </dgm:pt>
    <dgm:pt modelId="{A3124889-10C0-486B-AB13-2A45832E26C2}" type="pres">
      <dgm:prSet presAssocID="{E30322BA-7F29-426C-8F2B-9AF52A06A0CA}" presName="childTextArrow" presStyleLbl="fgAccFollowNode1" presStyleIdx="5" presStyleCnt="6">
        <dgm:presLayoutVars>
          <dgm:bulletEnabled val="1"/>
        </dgm:presLayoutVars>
      </dgm:prSet>
      <dgm:spPr/>
    </dgm:pt>
  </dgm:ptLst>
  <dgm:cxnLst>
    <dgm:cxn modelId="{9BBFBE01-7529-4BF3-A8EA-30FD45FC908F}" type="presOf" srcId="{7C512914-08EC-42F3-A33C-59B1ED04C5DA}" destId="{2FDB1222-9D75-41BD-9A2A-22C1DCBE13B6}" srcOrd="0" destOrd="0" presId="urn:microsoft.com/office/officeart/2005/8/layout/process4"/>
    <dgm:cxn modelId="{D5E19F03-4FEA-4AB1-A434-277222D4C417}" srcId="{50F17EFF-A3A8-4B22-8459-771E5C2D5E14}" destId="{E631A230-2928-4493-9AD7-96B99EDAA792}" srcOrd="2" destOrd="0" parTransId="{9F646FB7-B495-4124-91BB-C18223B33A07}" sibTransId="{E33FDE9C-C4E1-4B76-AF22-F8BFA3DAC513}"/>
    <dgm:cxn modelId="{E217F108-8FD0-45F1-B87B-B02175213C75}" type="presOf" srcId="{3017CAF0-D8A7-4C8B-BA02-EE25E8860C2F}" destId="{3F5E651E-6951-41A3-B48B-50CF6DB5FC7D}" srcOrd="0" destOrd="0" presId="urn:microsoft.com/office/officeart/2005/8/layout/process4"/>
    <dgm:cxn modelId="{8FCC6C0A-CA78-4A01-9D0B-17C4795230C6}" type="presOf" srcId="{7DC1E74F-2C38-404F-925A-37E6DCE95C89}" destId="{BF9076FE-89AB-482B-B345-750B2BD3E847}" srcOrd="0" destOrd="0" presId="urn:microsoft.com/office/officeart/2005/8/layout/process4"/>
    <dgm:cxn modelId="{A17F7A0B-E33F-44BB-92A5-B2969089B2FD}" type="presOf" srcId="{DD5AB915-13A3-4818-911C-0A58CD4997C2}" destId="{85E11AFA-F7A6-4069-B795-C34AFEC3B389}" srcOrd="0" destOrd="0" presId="urn:microsoft.com/office/officeart/2005/8/layout/process4"/>
    <dgm:cxn modelId="{5A6EA20F-DBAD-4414-A0EC-903B5845AC3A}" type="presOf" srcId="{5F184025-BE61-4F1D-ADDE-0D02C588774F}" destId="{0DB70C98-6A1F-4610-9604-4A0697EAF128}" srcOrd="0" destOrd="0" presId="urn:microsoft.com/office/officeart/2005/8/layout/process4"/>
    <dgm:cxn modelId="{6C4E4514-B636-4E87-9B21-514D8A3E64B4}" srcId="{50F17EFF-A3A8-4B22-8459-771E5C2D5E14}" destId="{F83EC62C-43F8-4C05-AB95-8840104AEC9C}" srcOrd="1" destOrd="0" parTransId="{B2A6F418-6EC8-4BC9-BF36-E049201A41A3}" sibTransId="{38AB1D46-9F08-4007-8E8D-6FFF62B87374}"/>
    <dgm:cxn modelId="{AB4AAB16-534B-4DEA-953C-422F20B108B8}" type="presOf" srcId="{E631A230-2928-4493-9AD7-96B99EDAA792}" destId="{64546CDF-6E79-4D9E-B416-985FBD670032}" srcOrd="0" destOrd="0" presId="urn:microsoft.com/office/officeart/2005/8/layout/process4"/>
    <dgm:cxn modelId="{3A9BCC16-03DD-464C-BCF2-2474846E3288}" type="presOf" srcId="{8A175BD0-E57B-4CC9-9A9C-BDD103FFB919}" destId="{1322339E-DEC6-469F-B018-EFEBACC401D4}" srcOrd="0" destOrd="0" presId="urn:microsoft.com/office/officeart/2005/8/layout/process4"/>
    <dgm:cxn modelId="{E4404B17-CE6F-4D94-B362-7A0B81523CFA}" srcId="{50F17EFF-A3A8-4B22-8459-771E5C2D5E14}" destId="{39499643-0B35-46D6-B3AA-40663A99D50D}" srcOrd="6" destOrd="0" parTransId="{FEA061CF-3340-4159-850F-861673B1D449}" sibTransId="{ED90EAF7-E67D-4D52-B222-EEAFC301DD2A}"/>
    <dgm:cxn modelId="{48B5321D-9248-4DE9-AB8B-AA1EBE0DD306}" srcId="{50F17EFF-A3A8-4B22-8459-771E5C2D5E14}" destId="{2DF774C0-5962-49BA-9130-36B152408FC5}" srcOrd="8" destOrd="0" parTransId="{92980ABB-09FC-4305-840F-19B7B17C9A78}" sibTransId="{445F8CE4-213A-4735-931A-28064F311B20}"/>
    <dgm:cxn modelId="{9D87B622-B570-4CD4-94C8-63FA308F95F3}" srcId="{7DC1E74F-2C38-404F-925A-37E6DCE95C89}" destId="{DD5AB915-13A3-4818-911C-0A58CD4997C2}" srcOrd="0" destOrd="0" parTransId="{17336971-79AE-4BA7-9F2A-0C85C836758B}" sibTransId="{4BA6A31E-F209-423F-BFDF-A705B1EA4C5B}"/>
    <dgm:cxn modelId="{B5E6D424-CFD0-4D52-981F-4722BFDD8F54}" type="presOf" srcId="{F83EC62C-43F8-4C05-AB95-8840104AEC9C}" destId="{21205ED9-05A5-4768-87CC-E3C88FC21D65}" srcOrd="0" destOrd="0" presId="urn:microsoft.com/office/officeart/2005/8/layout/process4"/>
    <dgm:cxn modelId="{EA0FE76B-9CE0-41A5-BCD7-9934BC4D4C71}" srcId="{50F17EFF-A3A8-4B22-8459-771E5C2D5E14}" destId="{A50AECDE-6C70-4A6A-9DBB-41FAA18C82F2}" srcOrd="0" destOrd="0" parTransId="{AD2E98D1-96DF-4E33-93A2-D7AFB902604A}" sibTransId="{646931C2-ADFA-43B5-85B9-D4163A29AB25}"/>
    <dgm:cxn modelId="{C94C334E-F7A0-4628-BCE3-8BA2F2F71D7B}" srcId="{50F17EFF-A3A8-4B22-8459-771E5C2D5E14}" destId="{5BA2041D-D198-4911-BC89-A4706A677803}" srcOrd="3" destOrd="0" parTransId="{7E597389-B8D2-4B6E-B291-7D2C8683F03F}" sibTransId="{00D8DD60-0F95-4BFB-8BD1-1FAAE1C81CA6}"/>
    <dgm:cxn modelId="{04CA2053-E8F9-46EA-8655-D22973EA7DB2}" type="presOf" srcId="{A50AECDE-6C70-4A6A-9DBB-41FAA18C82F2}" destId="{3E1942DF-AE3F-4CBA-94B7-C45FF1A44080}" srcOrd="1" destOrd="0" presId="urn:microsoft.com/office/officeart/2005/8/layout/process4"/>
    <dgm:cxn modelId="{3B030955-303E-498E-A14D-7C679C6F351F}" type="presOf" srcId="{54390B93-09B7-4BBF-BDB8-D8370657648C}" destId="{6350EDDC-58AD-437E-B96C-A25A442955D0}" srcOrd="0" destOrd="0" presId="urn:microsoft.com/office/officeart/2005/8/layout/process4"/>
    <dgm:cxn modelId="{3FA54877-7B24-468F-85E0-A50DDA32F2B8}" type="presOf" srcId="{8A175BD0-E57B-4CC9-9A9C-BDD103FFB919}" destId="{8C7AD105-B305-4EBC-8A5E-DC92E41057E6}" srcOrd="1" destOrd="0" presId="urn:microsoft.com/office/officeart/2005/8/layout/process4"/>
    <dgm:cxn modelId="{5318397A-258F-40AE-8DEE-EDFDE07687C9}" type="presOf" srcId="{70C7A647-DCA7-4F09-83EF-E1622A940254}" destId="{170C74D8-B124-4C2C-80B3-82693D961FE5}" srcOrd="0" destOrd="0" presId="urn:microsoft.com/office/officeart/2005/8/layout/process4"/>
    <dgm:cxn modelId="{ABFDED7B-E3BF-42E1-AC66-8DF8C602D27C}" type="presOf" srcId="{5BA2041D-D198-4911-BC89-A4706A677803}" destId="{A1ED363D-568D-44A9-84ED-B0EEF070B096}" srcOrd="0" destOrd="0" presId="urn:microsoft.com/office/officeart/2005/8/layout/process4"/>
    <dgm:cxn modelId="{E358487E-8381-4CF4-9632-53A0DB4629CE}" srcId="{50F17EFF-A3A8-4B22-8459-771E5C2D5E14}" destId="{7DC1E74F-2C38-404F-925A-37E6DCE95C89}" srcOrd="4" destOrd="0" parTransId="{753A328C-F90E-445F-B174-8343CD9CAC8B}" sibTransId="{31EA6C8A-8EC1-4443-9D4A-A109F1A470EB}"/>
    <dgm:cxn modelId="{2AFEC77E-8021-4611-B7B8-9831C13A3BD4}" srcId="{50F17EFF-A3A8-4B22-8459-771E5C2D5E14}" destId="{8A175BD0-E57B-4CC9-9A9C-BDD103FFB919}" srcOrd="9" destOrd="0" parTransId="{2EF0C195-B16E-4BE0-9B6C-BA087CB2AAC0}" sibTransId="{C1974FC2-3731-4C09-8DA6-A96D42EA9F5B}"/>
    <dgm:cxn modelId="{BDDCA486-763B-4B20-AA35-9417833A08A9}" type="presOf" srcId="{39499643-0B35-46D6-B3AA-40663A99D50D}" destId="{A91B5215-71A8-4DDA-8DC1-A49579CF33B9}" srcOrd="0" destOrd="0" presId="urn:microsoft.com/office/officeart/2005/8/layout/process4"/>
    <dgm:cxn modelId="{39166691-64F5-4A21-BED4-06EDBF557625}" srcId="{50F17EFF-A3A8-4B22-8459-771E5C2D5E14}" destId="{70C7A647-DCA7-4F09-83EF-E1622A940254}" srcOrd="5" destOrd="0" parTransId="{CC6E6377-1FD1-41F4-85F0-B95AA2173314}" sibTransId="{D0E477E9-D31F-48D2-B903-32E5F9C17474}"/>
    <dgm:cxn modelId="{D0C86293-6B8D-485F-B08B-4D18C406C33F}" type="presOf" srcId="{EE9F9929-D976-4862-929B-BFDF6BA1A4EC}" destId="{29FA6D40-DBB9-4C15-AAD7-C77081FB1410}" srcOrd="0" destOrd="0" presId="urn:microsoft.com/office/officeart/2005/8/layout/process4"/>
    <dgm:cxn modelId="{7773469F-8961-4ED0-A69F-16503BF1EA3C}" srcId="{50F17EFF-A3A8-4B22-8459-771E5C2D5E14}" destId="{5F184025-BE61-4F1D-ADDE-0D02C588774F}" srcOrd="10" destOrd="0" parTransId="{BB9D45DD-F7EB-4BD3-8C0C-63E8F556E290}" sibTransId="{75C8CEB2-47FA-425A-9EF4-C7A0CBFBBEF8}"/>
    <dgm:cxn modelId="{1026A7A7-F2B9-42C2-A4B0-5F70C2CDAF2A}" type="presOf" srcId="{F83EC62C-43F8-4C05-AB95-8840104AEC9C}" destId="{C40BE7C0-4506-4F73-87DC-2BC5BAB29959}" srcOrd="1" destOrd="0" presId="urn:microsoft.com/office/officeart/2005/8/layout/process4"/>
    <dgm:cxn modelId="{2C334BAB-7D72-44D6-826A-541CBB05BB3F}" srcId="{F83EC62C-43F8-4C05-AB95-8840104AEC9C}" destId="{EE9F9929-D976-4862-929B-BFDF6BA1A4EC}" srcOrd="0" destOrd="0" parTransId="{1E09B809-CDCC-49AC-8D6B-D7F51270CBD0}" sibTransId="{3982F351-4473-4E30-9BBD-E72591869234}"/>
    <dgm:cxn modelId="{986C7ABD-B271-427C-90D1-6A52037F0B91}" type="presOf" srcId="{2DF774C0-5962-49BA-9130-36B152408FC5}" destId="{C19199EE-4959-4C48-93A8-2E7CC7D513E4}" srcOrd="0" destOrd="0" presId="urn:microsoft.com/office/officeart/2005/8/layout/process4"/>
    <dgm:cxn modelId="{CDBB82BF-34E3-4E5B-AC19-A190985373B5}" type="presOf" srcId="{E631A230-2928-4493-9AD7-96B99EDAA792}" destId="{7D01C343-C739-4ED3-851C-318479E75B5F}" srcOrd="1" destOrd="0" presId="urn:microsoft.com/office/officeart/2005/8/layout/process4"/>
    <dgm:cxn modelId="{C93378C3-8A9C-4EDB-A167-F97AA2DD01AC}" type="presOf" srcId="{50F17EFF-A3A8-4B22-8459-771E5C2D5E14}" destId="{21927B84-977D-40CC-BB7F-F99895A541FC}" srcOrd="0" destOrd="0" presId="urn:microsoft.com/office/officeart/2005/8/layout/process4"/>
    <dgm:cxn modelId="{A81E1AC4-C0EA-4608-BC77-A4905F2EE0D9}" srcId="{5BA2041D-D198-4911-BC89-A4706A677803}" destId="{7C512914-08EC-42F3-A33C-59B1ED04C5DA}" srcOrd="0" destOrd="0" parTransId="{25205181-3D71-45AD-8846-CD8E51011526}" sibTransId="{9F5B4B14-EC5B-42ED-9F50-C0B65BD7E32A}"/>
    <dgm:cxn modelId="{C0237EC4-F4F7-4157-B7CD-4765FD25C4A8}" type="presOf" srcId="{55345C77-6C73-4007-8393-4DFF2A5C0C58}" destId="{F6F1E9E1-558A-43F2-90A0-986DEA304C56}" srcOrd="0" destOrd="0" presId="urn:microsoft.com/office/officeart/2005/8/layout/process4"/>
    <dgm:cxn modelId="{ADAC1CDC-8939-4B7C-B2E9-C2E0D89839FB}" srcId="{8A175BD0-E57B-4CC9-9A9C-BDD103FFB919}" destId="{54390B93-09B7-4BBF-BDB8-D8370657648C}" srcOrd="0" destOrd="0" parTransId="{4FFD6F6E-D905-46ED-9A05-601EB308A0FD}" sibTransId="{14A9DFD5-D87B-4E18-8B76-0DA6CFDD0E3E}"/>
    <dgm:cxn modelId="{B00083DD-47BC-4A1B-B34B-BDE301A5445C}" type="presOf" srcId="{E30322BA-7F29-426C-8F2B-9AF52A06A0CA}" destId="{A3124889-10C0-486B-AB13-2A45832E26C2}" srcOrd="0" destOrd="0" presId="urn:microsoft.com/office/officeart/2005/8/layout/process4"/>
    <dgm:cxn modelId="{749289E3-0836-4101-A874-3FA827E5541E}" srcId="{50F17EFF-A3A8-4B22-8459-771E5C2D5E14}" destId="{3017CAF0-D8A7-4C8B-BA02-EE25E8860C2F}" srcOrd="7" destOrd="0" parTransId="{73B8550C-5505-4D3B-B096-60D093BD213F}" sibTransId="{BEA355AC-45D3-4B03-83C9-A0F0C863DE24}"/>
    <dgm:cxn modelId="{75FDEBE9-7933-496D-8882-D2B478FBA860}" type="presOf" srcId="{5BA2041D-D198-4911-BC89-A4706A677803}" destId="{7926F67F-6E9B-4F2E-8E46-7914E79E2543}" srcOrd="1" destOrd="0" presId="urn:microsoft.com/office/officeart/2005/8/layout/process4"/>
    <dgm:cxn modelId="{3C240AEA-8485-4986-884A-9A606E7D255E}" srcId="{A50AECDE-6C70-4A6A-9DBB-41FAA18C82F2}" destId="{E30322BA-7F29-426C-8F2B-9AF52A06A0CA}" srcOrd="0" destOrd="0" parTransId="{1B779C76-9B6C-42F5-A5C2-3CA13E213557}" sibTransId="{A393394E-2274-4182-B207-3E198772539C}"/>
    <dgm:cxn modelId="{217957ED-7497-4719-B2DF-E8B0EA5B08F1}" type="presOf" srcId="{7DC1E74F-2C38-404F-925A-37E6DCE95C89}" destId="{94B60A42-6CCC-4FC6-8555-63DE72BF1C5C}" srcOrd="1" destOrd="0" presId="urn:microsoft.com/office/officeart/2005/8/layout/process4"/>
    <dgm:cxn modelId="{0F4BBDED-7A5F-4197-9717-DDC6835D8633}" srcId="{E631A230-2928-4493-9AD7-96B99EDAA792}" destId="{55345C77-6C73-4007-8393-4DFF2A5C0C58}" srcOrd="0" destOrd="0" parTransId="{304BBD58-FF3C-4798-8888-2D244DDAD286}" sibTransId="{4A2783BD-3918-43AD-8D6A-6A4298AA10FC}"/>
    <dgm:cxn modelId="{C560B7F5-978C-4B40-8EE6-0CC294C3CEE9}" type="presOf" srcId="{A50AECDE-6C70-4A6A-9DBB-41FAA18C82F2}" destId="{C18BC341-A43A-47F9-AEAA-642D45C599BD}" srcOrd="0" destOrd="0" presId="urn:microsoft.com/office/officeart/2005/8/layout/process4"/>
    <dgm:cxn modelId="{A7A11B81-8FC5-4AFE-9BFC-3E691A2FBB43}" type="presParOf" srcId="{21927B84-977D-40CC-BB7F-F99895A541FC}" destId="{D31170BD-B7CA-4D8A-B252-81664DC7A63A}" srcOrd="0" destOrd="0" presId="urn:microsoft.com/office/officeart/2005/8/layout/process4"/>
    <dgm:cxn modelId="{3398CFC9-F890-40ED-AABD-0CEE97119106}" type="presParOf" srcId="{D31170BD-B7CA-4D8A-B252-81664DC7A63A}" destId="{0DB70C98-6A1F-4610-9604-4A0697EAF128}" srcOrd="0" destOrd="0" presId="urn:microsoft.com/office/officeart/2005/8/layout/process4"/>
    <dgm:cxn modelId="{A99F7C9B-A10C-4046-A452-82992FE7DA92}" type="presParOf" srcId="{21927B84-977D-40CC-BB7F-F99895A541FC}" destId="{608CD9C0-1156-44CB-B341-EF8D2C627B2D}" srcOrd="1" destOrd="0" presId="urn:microsoft.com/office/officeart/2005/8/layout/process4"/>
    <dgm:cxn modelId="{8D802F40-7DFB-4167-AB90-B2D36EAAFEBA}" type="presParOf" srcId="{21927B84-977D-40CC-BB7F-F99895A541FC}" destId="{2C2ACC77-CBC8-49EA-A5C3-9BB932E61D15}" srcOrd="2" destOrd="0" presId="urn:microsoft.com/office/officeart/2005/8/layout/process4"/>
    <dgm:cxn modelId="{5042D042-74C6-4DBE-B950-F698D5C823AC}" type="presParOf" srcId="{2C2ACC77-CBC8-49EA-A5C3-9BB932E61D15}" destId="{8C7AD105-B305-4EBC-8A5E-DC92E41057E6}" srcOrd="0" destOrd="0" presId="urn:microsoft.com/office/officeart/2005/8/layout/process4"/>
    <dgm:cxn modelId="{0CA3E7E3-2970-4026-91C5-67AE2398D809}" type="presParOf" srcId="{2C2ACC77-CBC8-49EA-A5C3-9BB932E61D15}" destId="{1322339E-DEC6-469F-B018-EFEBACC401D4}" srcOrd="1" destOrd="0" presId="urn:microsoft.com/office/officeart/2005/8/layout/process4"/>
    <dgm:cxn modelId="{41824689-0E33-436E-A7B6-9F3271D96851}" type="presParOf" srcId="{2C2ACC77-CBC8-49EA-A5C3-9BB932E61D15}" destId="{FF609ECE-2324-4E70-91B4-36940B840433}" srcOrd="2" destOrd="0" presId="urn:microsoft.com/office/officeart/2005/8/layout/process4"/>
    <dgm:cxn modelId="{6FC297E5-10EE-4344-99B2-812F5A2BD67A}" type="presParOf" srcId="{FF609ECE-2324-4E70-91B4-36940B840433}" destId="{6350EDDC-58AD-437E-B96C-A25A442955D0}" srcOrd="0" destOrd="0" presId="urn:microsoft.com/office/officeart/2005/8/layout/process4"/>
    <dgm:cxn modelId="{9BA42AF1-C262-4806-84F2-43EE99903C66}" type="presParOf" srcId="{21927B84-977D-40CC-BB7F-F99895A541FC}" destId="{392BBAC1-A7E6-4A37-8BF6-58FB3C65BE95}" srcOrd="3" destOrd="0" presId="urn:microsoft.com/office/officeart/2005/8/layout/process4"/>
    <dgm:cxn modelId="{488A81E3-D332-461B-B5E3-3040B88B788F}" type="presParOf" srcId="{21927B84-977D-40CC-BB7F-F99895A541FC}" destId="{DB7F7635-E7AC-4445-B61B-A1780722AA4D}" srcOrd="4" destOrd="0" presId="urn:microsoft.com/office/officeart/2005/8/layout/process4"/>
    <dgm:cxn modelId="{637C4412-3E2B-47D2-A21B-3CB59BCD6DD5}" type="presParOf" srcId="{DB7F7635-E7AC-4445-B61B-A1780722AA4D}" destId="{C19199EE-4959-4C48-93A8-2E7CC7D513E4}" srcOrd="0" destOrd="0" presId="urn:microsoft.com/office/officeart/2005/8/layout/process4"/>
    <dgm:cxn modelId="{A098D02A-71E9-4B77-912D-FB8168CBD270}" type="presParOf" srcId="{21927B84-977D-40CC-BB7F-F99895A541FC}" destId="{0A3B4A18-7BC8-4C96-90CE-31EAEFAFCC87}" srcOrd="5" destOrd="0" presId="urn:microsoft.com/office/officeart/2005/8/layout/process4"/>
    <dgm:cxn modelId="{6A96D85C-C760-43F1-A4C0-38F498573117}" type="presParOf" srcId="{21927B84-977D-40CC-BB7F-F99895A541FC}" destId="{16F2F3E1-8990-43FC-9494-2E64887171F4}" srcOrd="6" destOrd="0" presId="urn:microsoft.com/office/officeart/2005/8/layout/process4"/>
    <dgm:cxn modelId="{2B490DF8-E47D-46A9-B439-AAD968B25CC7}" type="presParOf" srcId="{16F2F3E1-8990-43FC-9494-2E64887171F4}" destId="{3F5E651E-6951-41A3-B48B-50CF6DB5FC7D}" srcOrd="0" destOrd="0" presId="urn:microsoft.com/office/officeart/2005/8/layout/process4"/>
    <dgm:cxn modelId="{4295EFB6-40F6-498F-A454-306880C7A085}" type="presParOf" srcId="{21927B84-977D-40CC-BB7F-F99895A541FC}" destId="{00A5BFBD-301B-4073-90CF-83C3096CBC98}" srcOrd="7" destOrd="0" presId="urn:microsoft.com/office/officeart/2005/8/layout/process4"/>
    <dgm:cxn modelId="{B225E301-E9E3-42F0-B7C5-27B7DA6EE2D3}" type="presParOf" srcId="{21927B84-977D-40CC-BB7F-F99895A541FC}" destId="{D4971062-1CA7-401E-9519-BA12C42D8655}" srcOrd="8" destOrd="0" presId="urn:microsoft.com/office/officeart/2005/8/layout/process4"/>
    <dgm:cxn modelId="{D1ACFC70-9D7F-4DD7-9A14-CDE4942884E4}" type="presParOf" srcId="{D4971062-1CA7-401E-9519-BA12C42D8655}" destId="{A91B5215-71A8-4DDA-8DC1-A49579CF33B9}" srcOrd="0" destOrd="0" presId="urn:microsoft.com/office/officeart/2005/8/layout/process4"/>
    <dgm:cxn modelId="{6BA2ACF8-687C-4F71-B9F4-B5CB353B28E8}" type="presParOf" srcId="{21927B84-977D-40CC-BB7F-F99895A541FC}" destId="{E06B9F8D-8FCB-4EB2-960D-ADC5060A93A0}" srcOrd="9" destOrd="0" presId="urn:microsoft.com/office/officeart/2005/8/layout/process4"/>
    <dgm:cxn modelId="{9D956649-2C7F-4129-BD6F-7535C34ED426}" type="presParOf" srcId="{21927B84-977D-40CC-BB7F-F99895A541FC}" destId="{2B889107-AE05-440C-AF47-B73BE7ED78F1}" srcOrd="10" destOrd="0" presId="urn:microsoft.com/office/officeart/2005/8/layout/process4"/>
    <dgm:cxn modelId="{AAF21615-054B-4C6E-9883-D3F3881656A9}" type="presParOf" srcId="{2B889107-AE05-440C-AF47-B73BE7ED78F1}" destId="{170C74D8-B124-4C2C-80B3-82693D961FE5}" srcOrd="0" destOrd="0" presId="urn:microsoft.com/office/officeart/2005/8/layout/process4"/>
    <dgm:cxn modelId="{14138394-3259-430D-8A78-07028C6E5B20}" type="presParOf" srcId="{21927B84-977D-40CC-BB7F-F99895A541FC}" destId="{6434AF47-EACD-4505-8FA7-905F91712F53}" srcOrd="11" destOrd="0" presId="urn:microsoft.com/office/officeart/2005/8/layout/process4"/>
    <dgm:cxn modelId="{60063D72-3CCE-4734-B969-7840F6C64D60}" type="presParOf" srcId="{21927B84-977D-40CC-BB7F-F99895A541FC}" destId="{6E231932-9139-4D6F-850B-08FFA166C2CD}" srcOrd="12" destOrd="0" presId="urn:microsoft.com/office/officeart/2005/8/layout/process4"/>
    <dgm:cxn modelId="{2A3DAD07-20AC-4A7A-8235-D11B51A67056}" type="presParOf" srcId="{6E231932-9139-4D6F-850B-08FFA166C2CD}" destId="{BF9076FE-89AB-482B-B345-750B2BD3E847}" srcOrd="0" destOrd="0" presId="urn:microsoft.com/office/officeart/2005/8/layout/process4"/>
    <dgm:cxn modelId="{EE56CB8F-31E8-4FF9-A7C3-B68D74FC2AF8}" type="presParOf" srcId="{6E231932-9139-4D6F-850B-08FFA166C2CD}" destId="{94B60A42-6CCC-4FC6-8555-63DE72BF1C5C}" srcOrd="1" destOrd="0" presId="urn:microsoft.com/office/officeart/2005/8/layout/process4"/>
    <dgm:cxn modelId="{C1D90A64-1287-41FF-9C48-104556D2F6B3}" type="presParOf" srcId="{6E231932-9139-4D6F-850B-08FFA166C2CD}" destId="{5307955D-4A49-4C42-AC5D-B887DD2CB922}" srcOrd="2" destOrd="0" presId="urn:microsoft.com/office/officeart/2005/8/layout/process4"/>
    <dgm:cxn modelId="{8B293766-5F25-4220-9ED4-750B3DE01125}" type="presParOf" srcId="{5307955D-4A49-4C42-AC5D-B887DD2CB922}" destId="{85E11AFA-F7A6-4069-B795-C34AFEC3B389}" srcOrd="0" destOrd="0" presId="urn:microsoft.com/office/officeart/2005/8/layout/process4"/>
    <dgm:cxn modelId="{D810D7C1-CE77-4903-9F2F-1308AF359DD9}" type="presParOf" srcId="{21927B84-977D-40CC-BB7F-F99895A541FC}" destId="{1CE056BF-B80D-4F57-8B80-B311CA80B8A1}" srcOrd="13" destOrd="0" presId="urn:microsoft.com/office/officeart/2005/8/layout/process4"/>
    <dgm:cxn modelId="{AEC13ED9-23C0-4459-B268-66B31EF63070}" type="presParOf" srcId="{21927B84-977D-40CC-BB7F-F99895A541FC}" destId="{C3133FDB-0F5E-4122-ADFE-2F71B13050E2}" srcOrd="14" destOrd="0" presId="urn:microsoft.com/office/officeart/2005/8/layout/process4"/>
    <dgm:cxn modelId="{AD2B3169-6FCB-4323-B0C9-0D92B4E1EFC8}" type="presParOf" srcId="{C3133FDB-0F5E-4122-ADFE-2F71B13050E2}" destId="{A1ED363D-568D-44A9-84ED-B0EEF070B096}" srcOrd="0" destOrd="0" presId="urn:microsoft.com/office/officeart/2005/8/layout/process4"/>
    <dgm:cxn modelId="{B02CEE7F-770F-45EC-BDE2-6B134AD29594}" type="presParOf" srcId="{C3133FDB-0F5E-4122-ADFE-2F71B13050E2}" destId="{7926F67F-6E9B-4F2E-8E46-7914E79E2543}" srcOrd="1" destOrd="0" presId="urn:microsoft.com/office/officeart/2005/8/layout/process4"/>
    <dgm:cxn modelId="{13137EA8-CBE2-4F55-9FF9-1FE3CB83FD61}" type="presParOf" srcId="{C3133FDB-0F5E-4122-ADFE-2F71B13050E2}" destId="{C5411997-99B5-4053-BD9A-30D8A5CCC3C2}" srcOrd="2" destOrd="0" presId="urn:microsoft.com/office/officeart/2005/8/layout/process4"/>
    <dgm:cxn modelId="{AB9BCE37-105E-496A-AF35-48C3B8C870D6}" type="presParOf" srcId="{C5411997-99B5-4053-BD9A-30D8A5CCC3C2}" destId="{2FDB1222-9D75-41BD-9A2A-22C1DCBE13B6}" srcOrd="0" destOrd="0" presId="urn:microsoft.com/office/officeart/2005/8/layout/process4"/>
    <dgm:cxn modelId="{95565A50-CADF-48D8-955A-0A7AAA97D272}" type="presParOf" srcId="{21927B84-977D-40CC-BB7F-F99895A541FC}" destId="{F5938F71-F7D8-46A5-BC00-516F48691FE4}" srcOrd="15" destOrd="0" presId="urn:microsoft.com/office/officeart/2005/8/layout/process4"/>
    <dgm:cxn modelId="{C639F86A-D56C-46A6-BDA2-A287F4A349DD}" type="presParOf" srcId="{21927B84-977D-40CC-BB7F-F99895A541FC}" destId="{9F428FD9-587B-4DA7-826D-0316333EC192}" srcOrd="16" destOrd="0" presId="urn:microsoft.com/office/officeart/2005/8/layout/process4"/>
    <dgm:cxn modelId="{506214C1-4951-40AE-B50F-0B85EA85712E}" type="presParOf" srcId="{9F428FD9-587B-4DA7-826D-0316333EC192}" destId="{64546CDF-6E79-4D9E-B416-985FBD670032}" srcOrd="0" destOrd="0" presId="urn:microsoft.com/office/officeart/2005/8/layout/process4"/>
    <dgm:cxn modelId="{FFE54411-B100-49F1-9B92-40AB32599B56}" type="presParOf" srcId="{9F428FD9-587B-4DA7-826D-0316333EC192}" destId="{7D01C343-C739-4ED3-851C-318479E75B5F}" srcOrd="1" destOrd="0" presId="urn:microsoft.com/office/officeart/2005/8/layout/process4"/>
    <dgm:cxn modelId="{2C427D5F-12B7-4CA3-B04E-1619B1594854}" type="presParOf" srcId="{9F428FD9-587B-4DA7-826D-0316333EC192}" destId="{8C8A2144-7688-4C05-A76E-48A98E58076D}" srcOrd="2" destOrd="0" presId="urn:microsoft.com/office/officeart/2005/8/layout/process4"/>
    <dgm:cxn modelId="{7A7DCF0A-0052-4679-9054-93256E464774}" type="presParOf" srcId="{8C8A2144-7688-4C05-A76E-48A98E58076D}" destId="{F6F1E9E1-558A-43F2-90A0-986DEA304C56}" srcOrd="0" destOrd="0" presId="urn:microsoft.com/office/officeart/2005/8/layout/process4"/>
    <dgm:cxn modelId="{D447A4AD-7F02-4D48-9A67-B4FAD461356E}" type="presParOf" srcId="{21927B84-977D-40CC-BB7F-F99895A541FC}" destId="{0B66E0A7-6B90-4FF2-BD68-A338D5A454D7}" srcOrd="17" destOrd="0" presId="urn:microsoft.com/office/officeart/2005/8/layout/process4"/>
    <dgm:cxn modelId="{0A8AC538-EE98-4006-9F46-FC221701F841}" type="presParOf" srcId="{21927B84-977D-40CC-BB7F-F99895A541FC}" destId="{20A3E150-2BAA-4C35-955F-748A46D1002F}" srcOrd="18" destOrd="0" presId="urn:microsoft.com/office/officeart/2005/8/layout/process4"/>
    <dgm:cxn modelId="{329D1CC7-859A-4DB8-ADEB-6E73189CCC53}" type="presParOf" srcId="{20A3E150-2BAA-4C35-955F-748A46D1002F}" destId="{21205ED9-05A5-4768-87CC-E3C88FC21D65}" srcOrd="0" destOrd="0" presId="urn:microsoft.com/office/officeart/2005/8/layout/process4"/>
    <dgm:cxn modelId="{8DD95D3A-710E-4570-A361-EB0658BB4A77}" type="presParOf" srcId="{20A3E150-2BAA-4C35-955F-748A46D1002F}" destId="{C40BE7C0-4506-4F73-87DC-2BC5BAB29959}" srcOrd="1" destOrd="0" presId="urn:microsoft.com/office/officeart/2005/8/layout/process4"/>
    <dgm:cxn modelId="{73FD457A-9977-4AF0-AB18-CD031992B490}" type="presParOf" srcId="{20A3E150-2BAA-4C35-955F-748A46D1002F}" destId="{6FE53485-1BD2-400C-A0DE-ED92C4D6388C}" srcOrd="2" destOrd="0" presId="urn:microsoft.com/office/officeart/2005/8/layout/process4"/>
    <dgm:cxn modelId="{1D2D6D9F-A125-48F2-A025-00E73F4C5E9A}" type="presParOf" srcId="{6FE53485-1BD2-400C-A0DE-ED92C4D6388C}" destId="{29FA6D40-DBB9-4C15-AAD7-C77081FB1410}" srcOrd="0" destOrd="0" presId="urn:microsoft.com/office/officeart/2005/8/layout/process4"/>
    <dgm:cxn modelId="{146211F4-A577-4C3D-B074-DF08EBF88428}" type="presParOf" srcId="{21927B84-977D-40CC-BB7F-F99895A541FC}" destId="{27C27F9A-62E4-499F-8DE3-FC36BC49639E}" srcOrd="19" destOrd="0" presId="urn:microsoft.com/office/officeart/2005/8/layout/process4"/>
    <dgm:cxn modelId="{A543FB92-634A-45B9-891D-468C3C7BE482}" type="presParOf" srcId="{21927B84-977D-40CC-BB7F-F99895A541FC}" destId="{116F4479-BA59-4752-A6FA-D7BBF235B376}" srcOrd="20" destOrd="0" presId="urn:microsoft.com/office/officeart/2005/8/layout/process4"/>
    <dgm:cxn modelId="{5C52B015-F31A-4ACB-A48A-83463E7C165B}" type="presParOf" srcId="{116F4479-BA59-4752-A6FA-D7BBF235B376}" destId="{C18BC341-A43A-47F9-AEAA-642D45C599BD}" srcOrd="0" destOrd="0" presId="urn:microsoft.com/office/officeart/2005/8/layout/process4"/>
    <dgm:cxn modelId="{CBECF160-2084-40E9-9100-9AD8DADB8045}" type="presParOf" srcId="{116F4479-BA59-4752-A6FA-D7BBF235B376}" destId="{3E1942DF-AE3F-4CBA-94B7-C45FF1A44080}" srcOrd="1" destOrd="0" presId="urn:microsoft.com/office/officeart/2005/8/layout/process4"/>
    <dgm:cxn modelId="{B2C88AB3-5126-4B85-A8BC-6BF0DEA5F629}" type="presParOf" srcId="{116F4479-BA59-4752-A6FA-D7BBF235B376}" destId="{3C9C3BB5-E574-4A19-9DF0-E751EE95CB03}" srcOrd="2" destOrd="0" presId="urn:microsoft.com/office/officeart/2005/8/layout/process4"/>
    <dgm:cxn modelId="{1D0D69DD-5168-4E3B-80F0-E1A9862C0529}" type="presParOf" srcId="{3C9C3BB5-E574-4A19-9DF0-E751EE95CB03}" destId="{A3124889-10C0-486B-AB13-2A45832E26C2}" srcOrd="0" destOrd="0" presId="urn:microsoft.com/office/officeart/2005/8/layout/process4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B70C98-6A1F-4610-9604-4A0697EAF128}">
      <dsp:nvSpPr>
        <dsp:cNvPr id="0" name=""/>
        <dsp:cNvSpPr/>
      </dsp:nvSpPr>
      <dsp:spPr>
        <a:xfrm>
          <a:off x="0" y="5121510"/>
          <a:ext cx="4478917" cy="33619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End</a:t>
          </a:r>
          <a:endParaRPr lang="en-IN" sz="1600" b="1" kern="1200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5121510"/>
        <a:ext cx="4478917" cy="336191"/>
      </dsp:txXfrm>
    </dsp:sp>
    <dsp:sp modelId="{1322339E-DEC6-469F-B018-EFEBACC401D4}">
      <dsp:nvSpPr>
        <dsp:cNvPr id="0" name=""/>
        <dsp:cNvSpPr/>
      </dsp:nvSpPr>
      <dsp:spPr>
        <a:xfrm rot="10800000">
          <a:off x="0" y="4609491"/>
          <a:ext cx="4478917" cy="517061"/>
        </a:xfrm>
        <a:prstGeom prst="upArrowCallou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GDSII Generation</a:t>
          </a:r>
          <a:endParaRPr lang="en-IN" sz="1600" b="1" kern="1200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sp:txBody>
      <dsp:txXfrm rot="-10800000">
        <a:off x="0" y="4609491"/>
        <a:ext cx="4478917" cy="181488"/>
      </dsp:txXfrm>
    </dsp:sp>
    <dsp:sp modelId="{6350EDDC-58AD-437E-B96C-A25A442955D0}">
      <dsp:nvSpPr>
        <dsp:cNvPr id="0" name=""/>
        <dsp:cNvSpPr/>
      </dsp:nvSpPr>
      <dsp:spPr>
        <a:xfrm>
          <a:off x="0" y="4790980"/>
          <a:ext cx="4478917" cy="154601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Output: “.</a:t>
          </a:r>
          <a:r>
            <a:rPr lang="en-US" sz="1600" b="1" kern="1200" dirty="0" err="1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gds</a:t>
          </a:r>
          <a:r>
            <a:rPr lang="en-US" sz="1600" b="1" kern="1200" dirty="0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” file</a:t>
          </a:r>
          <a:endParaRPr lang="en-IN" sz="1600" b="1" kern="1200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4790980"/>
        <a:ext cx="4478917" cy="154601"/>
      </dsp:txXfrm>
    </dsp:sp>
    <dsp:sp modelId="{C19199EE-4959-4C48-93A8-2E7CC7D513E4}">
      <dsp:nvSpPr>
        <dsp:cNvPr id="0" name=""/>
        <dsp:cNvSpPr/>
      </dsp:nvSpPr>
      <dsp:spPr>
        <a:xfrm rot="10800000">
          <a:off x="0" y="4097472"/>
          <a:ext cx="4478917" cy="517061"/>
        </a:xfrm>
        <a:prstGeom prst="upArrowCallou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Routing</a:t>
          </a:r>
          <a:endParaRPr lang="en-IN" sz="1600" b="1" kern="1200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sp:txBody>
      <dsp:txXfrm rot="10800000">
        <a:off x="0" y="4097472"/>
        <a:ext cx="4478917" cy="335971"/>
      </dsp:txXfrm>
    </dsp:sp>
    <dsp:sp modelId="{3F5E651E-6951-41A3-B48B-50CF6DB5FC7D}">
      <dsp:nvSpPr>
        <dsp:cNvPr id="0" name=""/>
        <dsp:cNvSpPr/>
      </dsp:nvSpPr>
      <dsp:spPr>
        <a:xfrm rot="10800000">
          <a:off x="0" y="3585453"/>
          <a:ext cx="4478917" cy="517061"/>
        </a:xfrm>
        <a:prstGeom prst="upArrowCallou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Clock Tree Synthesis (CTS)</a:t>
          </a:r>
          <a:endParaRPr lang="en-IN" sz="1600" b="1" kern="1200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sp:txBody>
      <dsp:txXfrm rot="10800000">
        <a:off x="0" y="3585453"/>
        <a:ext cx="4478917" cy="335971"/>
      </dsp:txXfrm>
    </dsp:sp>
    <dsp:sp modelId="{A91B5215-71A8-4DDA-8DC1-A49579CF33B9}">
      <dsp:nvSpPr>
        <dsp:cNvPr id="0" name=""/>
        <dsp:cNvSpPr/>
      </dsp:nvSpPr>
      <dsp:spPr>
        <a:xfrm rot="10800000">
          <a:off x="0" y="3073434"/>
          <a:ext cx="4478917" cy="517061"/>
        </a:xfrm>
        <a:prstGeom prst="upArrowCallou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Placement</a:t>
          </a:r>
          <a:endParaRPr lang="en-IN" sz="1600" b="1" kern="1200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sp:txBody>
      <dsp:txXfrm rot="10800000">
        <a:off x="0" y="3073434"/>
        <a:ext cx="4478917" cy="335971"/>
      </dsp:txXfrm>
    </dsp:sp>
    <dsp:sp modelId="{170C74D8-B124-4C2C-80B3-82693D961FE5}">
      <dsp:nvSpPr>
        <dsp:cNvPr id="0" name=""/>
        <dsp:cNvSpPr/>
      </dsp:nvSpPr>
      <dsp:spPr>
        <a:xfrm rot="10800000">
          <a:off x="0" y="2561415"/>
          <a:ext cx="4478917" cy="517061"/>
        </a:xfrm>
        <a:prstGeom prst="upArrowCallou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Power planning</a:t>
          </a:r>
          <a:endParaRPr lang="en-IN" sz="1600" b="1" kern="1200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sp:txBody>
      <dsp:txXfrm rot="10800000">
        <a:off x="0" y="2561415"/>
        <a:ext cx="4478917" cy="335971"/>
      </dsp:txXfrm>
    </dsp:sp>
    <dsp:sp modelId="{94B60A42-6CCC-4FC6-8555-63DE72BF1C5C}">
      <dsp:nvSpPr>
        <dsp:cNvPr id="0" name=""/>
        <dsp:cNvSpPr/>
      </dsp:nvSpPr>
      <dsp:spPr>
        <a:xfrm rot="10800000">
          <a:off x="0" y="2049397"/>
          <a:ext cx="4478917" cy="517061"/>
        </a:xfrm>
        <a:prstGeom prst="upArrowCallou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Floorplan Setup</a:t>
          </a:r>
          <a:endParaRPr lang="en-IN" sz="1600" b="1" kern="1200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sp:txBody>
      <dsp:txXfrm rot="-10800000">
        <a:off x="0" y="2049397"/>
        <a:ext cx="4478917" cy="181488"/>
      </dsp:txXfrm>
    </dsp:sp>
    <dsp:sp modelId="{85E11AFA-F7A6-4069-B795-C34AFEC3B389}">
      <dsp:nvSpPr>
        <dsp:cNvPr id="0" name=""/>
        <dsp:cNvSpPr/>
      </dsp:nvSpPr>
      <dsp:spPr>
        <a:xfrm>
          <a:off x="0" y="2230885"/>
          <a:ext cx="4478917" cy="154601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Core size computed from Padframe</a:t>
          </a:r>
          <a:endParaRPr lang="en-IN" sz="1600" b="1" kern="1200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2230885"/>
        <a:ext cx="4478917" cy="154601"/>
      </dsp:txXfrm>
    </dsp:sp>
    <dsp:sp modelId="{7926F67F-6E9B-4F2E-8E46-7914E79E2543}">
      <dsp:nvSpPr>
        <dsp:cNvPr id="0" name=""/>
        <dsp:cNvSpPr/>
      </dsp:nvSpPr>
      <dsp:spPr>
        <a:xfrm rot="10800000">
          <a:off x="0" y="1537378"/>
          <a:ext cx="4478917" cy="517061"/>
        </a:xfrm>
        <a:prstGeom prst="upArrowCallou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Modifying Netlist </a:t>
          </a:r>
          <a:endParaRPr lang="en-IN" sz="1600" b="1" kern="1200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sp:txBody>
      <dsp:txXfrm rot="-10800000">
        <a:off x="0" y="1537378"/>
        <a:ext cx="4478917" cy="181488"/>
      </dsp:txXfrm>
    </dsp:sp>
    <dsp:sp modelId="{2FDB1222-9D75-41BD-9A2A-22C1DCBE13B6}">
      <dsp:nvSpPr>
        <dsp:cNvPr id="0" name=""/>
        <dsp:cNvSpPr/>
      </dsp:nvSpPr>
      <dsp:spPr>
        <a:xfrm>
          <a:off x="0" y="1718866"/>
          <a:ext cx="4478917" cy="154601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Input: </a:t>
          </a:r>
          <a:r>
            <a:rPr lang="en-US" sz="1600" b="1" kern="1200" dirty="0" err="1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Padframe</a:t>
          </a:r>
          <a:r>
            <a:rPr lang="en-US" sz="1600" b="1" kern="1200" dirty="0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 and Netlist</a:t>
          </a:r>
          <a:endParaRPr lang="en-IN" sz="1600" b="1" kern="1200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1718866"/>
        <a:ext cx="4478917" cy="154601"/>
      </dsp:txXfrm>
    </dsp:sp>
    <dsp:sp modelId="{7D01C343-C739-4ED3-851C-318479E75B5F}">
      <dsp:nvSpPr>
        <dsp:cNvPr id="0" name=""/>
        <dsp:cNvSpPr/>
      </dsp:nvSpPr>
      <dsp:spPr>
        <a:xfrm rot="10800000">
          <a:off x="0" y="1025359"/>
          <a:ext cx="4478917" cy="517061"/>
        </a:xfrm>
        <a:prstGeom prst="upArrowCallou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Padframe Generation</a:t>
          </a:r>
          <a:endParaRPr lang="en-IN" sz="1600" b="1" kern="1200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sp:txBody>
      <dsp:txXfrm rot="-10800000">
        <a:off x="0" y="1025359"/>
        <a:ext cx="4478917" cy="181488"/>
      </dsp:txXfrm>
    </dsp:sp>
    <dsp:sp modelId="{F6F1E9E1-558A-43F2-90A0-986DEA304C56}">
      <dsp:nvSpPr>
        <dsp:cNvPr id="0" name=""/>
        <dsp:cNvSpPr/>
      </dsp:nvSpPr>
      <dsp:spPr>
        <a:xfrm>
          <a:off x="0" y="1206847"/>
          <a:ext cx="4478917" cy="154601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Input: Generated Netlist</a:t>
          </a:r>
          <a:endParaRPr lang="en-IN" sz="1600" b="1" kern="1200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1206847"/>
        <a:ext cx="4478917" cy="154601"/>
      </dsp:txXfrm>
    </dsp:sp>
    <dsp:sp modelId="{C40BE7C0-4506-4F73-87DC-2BC5BAB29959}">
      <dsp:nvSpPr>
        <dsp:cNvPr id="0" name=""/>
        <dsp:cNvSpPr/>
      </dsp:nvSpPr>
      <dsp:spPr>
        <a:xfrm rot="10800000">
          <a:off x="0" y="513340"/>
          <a:ext cx="4478917" cy="517061"/>
        </a:xfrm>
        <a:prstGeom prst="upArrowCallou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Synthesis</a:t>
          </a:r>
          <a:endParaRPr lang="en-IN" sz="1600" b="1" kern="1200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sp:txBody>
      <dsp:txXfrm rot="-10800000">
        <a:off x="0" y="513340"/>
        <a:ext cx="4478917" cy="181488"/>
      </dsp:txXfrm>
    </dsp:sp>
    <dsp:sp modelId="{29FA6D40-DBB9-4C15-AAD7-C77081FB1410}">
      <dsp:nvSpPr>
        <dsp:cNvPr id="0" name=""/>
        <dsp:cNvSpPr/>
      </dsp:nvSpPr>
      <dsp:spPr>
        <a:xfrm>
          <a:off x="0" y="694828"/>
          <a:ext cx="4478917" cy="154601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Netlist and Reports Generated</a:t>
          </a:r>
          <a:endParaRPr lang="en-IN" sz="1600" b="1" kern="1200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694828"/>
        <a:ext cx="4478917" cy="154601"/>
      </dsp:txXfrm>
    </dsp:sp>
    <dsp:sp modelId="{3E1942DF-AE3F-4CBA-94B7-C45FF1A44080}">
      <dsp:nvSpPr>
        <dsp:cNvPr id="0" name=""/>
        <dsp:cNvSpPr/>
      </dsp:nvSpPr>
      <dsp:spPr>
        <a:xfrm rot="10800000">
          <a:off x="0" y="0"/>
          <a:ext cx="4478917" cy="517061"/>
        </a:xfrm>
        <a:prstGeom prst="upArrowCallou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Start</a:t>
          </a:r>
          <a:endParaRPr lang="en-IN" sz="1600" b="1" kern="1200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sp:txBody>
      <dsp:txXfrm rot="-10800000">
        <a:off x="0" y="0"/>
        <a:ext cx="4478917" cy="181488"/>
      </dsp:txXfrm>
    </dsp:sp>
    <dsp:sp modelId="{A3124889-10C0-486B-AB13-2A45832E26C2}">
      <dsp:nvSpPr>
        <dsp:cNvPr id="0" name=""/>
        <dsp:cNvSpPr/>
      </dsp:nvSpPr>
      <dsp:spPr>
        <a:xfrm>
          <a:off x="0" y="182809"/>
          <a:ext cx="4478917" cy="154601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Input: </a:t>
          </a:r>
          <a:r>
            <a:rPr lang="en-US" sz="1600" b="1" kern="1200" dirty="0" err="1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source.v</a:t>
          </a:r>
          <a:endParaRPr lang="en-IN" sz="1600" b="1" kern="1200" dirty="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182809"/>
        <a:ext cx="4478917" cy="1546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078058-8F44-60F5-D4B6-D6C1C0272D9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88C32E-09F5-5A20-8930-797FE43C24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C4ED7-93A4-4421-A46F-6F47507879FB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5579E4-C1F0-9B84-55B4-5853FCA5CC9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A8777D-337B-CE4B-BF37-094DF0FDF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193A63-E45E-46BB-8168-869D638F43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56458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351DB6-411C-4B61-902B-5FC34AB376C0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8DA4A-A339-49AD-A7C9-A277855F7D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7229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8DA4A-A339-49AD-A7C9-A277855F7D4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670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8DA4A-A339-49AD-A7C9-A277855F7D4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201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8DA4A-A339-49AD-A7C9-A277855F7D4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498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8DA4A-A339-49AD-A7C9-A277855F7D44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321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C65C6-6FEB-4BF4-934B-45212CB4B557}" type="datetime1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38355DF-CB7A-4D22-A504-138DD356D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349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0E55E-31B2-4CA6-BC0D-40C0F0D37AC2}" type="datetime1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55DF-CB7A-4D22-A504-138DD356D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164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46DC0-2127-42E3-80B1-90C0B25915DB}" type="datetime1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38355DF-CB7A-4D22-A504-138DD356D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357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1D75-461D-41E3-910D-F3301619255B}" type="datetime1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38355DF-CB7A-4D22-A504-138DD356D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541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E46C-5150-4CC8-9E26-C72828CB39C6}" type="datetime1">
              <a:rPr lang="en-IN" smtClean="0"/>
              <a:t>17-12-2025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38355DF-CB7A-4D22-A504-138DD356D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070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9B8B0-C6D9-49C4-B4B2-06956FA97FCA}" type="datetime1">
              <a:rPr lang="en-IN" smtClean="0"/>
              <a:t>17-12-2025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55DF-CB7A-4D22-A504-138DD356D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522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1AE1D-7BC3-4BD3-8D2E-9701B788E900}" type="datetime1">
              <a:rPr lang="en-IN" smtClean="0"/>
              <a:t>17-12-2025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55DF-CB7A-4D22-A504-138DD356D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909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CD36-0BC7-4D2B-85BF-C5877343B98E}" type="datetime1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55DF-CB7A-4D22-A504-138DD356D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82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187A1-2A63-4100-8342-A609DE857EF5}" type="datetime1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38355DF-CB7A-4D22-A504-138DD356D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74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B7D59-5E25-4C21-BB2D-BC89E00B2864}" type="datetime1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38355DF-CB7A-4D22-A504-138DD356D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798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69989-59F0-477B-AD89-AE231D6B0D23}" type="datetime1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38355DF-CB7A-4D22-A504-138DD356DF81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50346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F87C5-7574-476B-9DA1-D8ED78E61BE3}" type="datetime1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38355DF-CB7A-4D22-A504-138DD356D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875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BBA15-3ACD-4088-BF83-3DDB013BB672}" type="datetime1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38355DF-CB7A-4D22-A504-138DD356DF81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594939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23879-A87C-4BA7-85AF-97D729FCA936}" type="datetime1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38355DF-CB7A-4D22-A504-138DD356D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0684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5260-FA5C-47AF-91E2-C6249BE64BFA}" type="datetime1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55DF-CB7A-4D22-A504-138DD356D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115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C703B-6BB0-4B79-895B-39667EB04A57}" type="datetime1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55DF-CB7A-4D22-A504-138DD356D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050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68814B-04F3-4901-B3F7-E7A0EDCF25BE}" type="datetime1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38355DF-CB7A-4D22-A504-138DD356D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666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cl.tk/man/tcl8.6/TclCmd/contents.htm" TargetMode="External"/><Relationship Id="rId2" Type="http://schemas.openxmlformats.org/officeDocument/2006/relationships/hyperlink" Target="https://www.gnu.org/software/bash/manual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822B-A49A-5E83-3C58-362FA685E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0885" y="530524"/>
            <a:ext cx="8915399" cy="2120661"/>
          </a:xfrm>
        </p:spPr>
        <p:txBody>
          <a:bodyPr>
            <a:normAutofit fontScale="90000"/>
          </a:bodyPr>
          <a:lstStyle/>
          <a:p>
            <a:pPr marL="0" marR="0"/>
            <a:r>
              <a:rPr lang="en-IN" sz="3200" b="1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One Click RTL-to-GDSII Automation Framework for Single Clock Designs</a:t>
            </a:r>
            <a:br>
              <a:rPr lang="en-US" sz="1800" dirty="0">
                <a:effectLst/>
                <a:latin typeface="Calibri" panose="020F0502020204030204" pitchFamily="34" charset="0"/>
              </a:rPr>
            </a:br>
            <a:br>
              <a:rPr lang="en-US" sz="1800" dirty="0">
                <a:effectLst/>
                <a:latin typeface="Calibri" panose="020F0502020204030204" pitchFamily="34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B47A7-97C0-59D8-5847-506A10A199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0885" y="1985965"/>
            <a:ext cx="8915399" cy="1126283"/>
          </a:xfrm>
        </p:spPr>
        <p:txBody>
          <a:bodyPr>
            <a:no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of Electronics and Communication Engineering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M. TECH (Microelectronics and VLSI)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by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Md. Irfan | Roll No. 25EC4211</a:t>
            </a:r>
          </a:p>
          <a:p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 the supervision of </a:t>
            </a:r>
          </a:p>
          <a:p>
            <a:r>
              <a:rPr lang="en-IN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Hemanta Kumar Mondal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Assistant Professor Dept. of ECE</a:t>
            </a: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0837F4-E95C-2F31-95C7-570B4DE191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9270" y="5519242"/>
            <a:ext cx="1199521" cy="1199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226C0D6-62D9-CD04-355C-F9D404B7E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55DF-CB7A-4D22-A504-138DD356DF81}" type="slidenum">
              <a:rPr lang="en-IN" smtClean="0"/>
              <a:t>1</a:t>
            </a:fld>
            <a:endParaRPr lang="en-IN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272A09B7-8331-3789-1F24-500DF99AC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0885" y="5199156"/>
            <a:ext cx="6823704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tabLst>
                <a:tab pos="222250" algn="l"/>
                <a:tab pos="1368425" algn="l"/>
                <a:tab pos="4600575" algn="l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tabLst>
                <a:tab pos="222250" algn="l"/>
                <a:tab pos="1368425" algn="l"/>
                <a:tab pos="4600575" algn="l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tabLst>
                <a:tab pos="222250" algn="l"/>
                <a:tab pos="1368425" algn="l"/>
                <a:tab pos="4600575" algn="l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tabLst>
                <a:tab pos="222250" algn="l"/>
                <a:tab pos="1368425" algn="l"/>
                <a:tab pos="4600575" algn="l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tabLst>
                <a:tab pos="222250" algn="l"/>
                <a:tab pos="1368425" algn="l"/>
                <a:tab pos="4600575" algn="l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2250" algn="l"/>
                <a:tab pos="1368425" algn="l"/>
                <a:tab pos="4600575" algn="l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2250" algn="l"/>
                <a:tab pos="1368425" algn="l"/>
                <a:tab pos="4600575" algn="l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2250" algn="l"/>
                <a:tab pos="1368425" algn="l"/>
                <a:tab pos="4600575" algn="l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2250" algn="l"/>
                <a:tab pos="1368425" algn="l"/>
                <a:tab pos="4600575" algn="l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2250" algn="l"/>
                <a:tab pos="1368425" algn="l"/>
                <a:tab pos="4600575" algn="l"/>
                <a:tab pos="5943600" algn="r"/>
              </a:tabLst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Electronics and Communication Engineering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2250" algn="l"/>
                <a:tab pos="1368425" algn="l"/>
                <a:tab pos="4600575" algn="l"/>
                <a:tab pos="5943600" algn="r"/>
              </a:tabLst>
              <a:defRPr/>
            </a:pPr>
            <a:r>
              <a:rPr kumimoji="0" lang="hi-I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t>राष्ट्रीय प्रोद्योगिकी संस्थान दुर्गापुर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2250" algn="l"/>
                <a:tab pos="1368425" algn="l"/>
                <a:tab pos="4600575" algn="l"/>
                <a:tab pos="5943600" algn="r"/>
              </a:tabLst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National Institute of Technology </a:t>
            </a:r>
            <a:r>
              <a:rPr kumimoji="0" lang="hi-I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Durgapur</a:t>
            </a:r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2250" algn="l"/>
                <a:tab pos="1368425" algn="l"/>
                <a:tab pos="4600575" algn="l"/>
                <a:tab pos="5943600" algn="r"/>
              </a:tabLst>
              <a:defRPr/>
            </a:pP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Mahatma Gandhi Avenue, Durgapur-713209, West Bengal</a:t>
            </a:r>
            <a:endParaRPr kumimoji="0" lang="en-US" alt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2250" algn="l"/>
                <a:tab pos="1368425" algn="l"/>
                <a:tab pos="4600575" algn="l"/>
                <a:tab pos="5943600" algn="r"/>
              </a:tabLst>
              <a:defRPr/>
            </a:pP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INDIA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1F1B8C1-292B-7158-B40E-CC665C3C08B1}"/>
              </a:ext>
            </a:extLst>
          </p:cNvPr>
          <p:cNvCxnSpPr>
            <a:cxnSpLocks/>
          </p:cNvCxnSpPr>
          <p:nvPr/>
        </p:nvCxnSpPr>
        <p:spPr bwMode="auto">
          <a:xfrm flipV="1">
            <a:off x="2999725" y="5322266"/>
            <a:ext cx="6331390" cy="1"/>
          </a:xfrm>
          <a:prstGeom prst="line">
            <a:avLst/>
          </a:prstGeom>
          <a:noFill/>
          <a:ln w="38100" cap="rnd" cmpd="sng" algn="ctr">
            <a:solidFill>
              <a:schemeClr val="bg1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50800" dir="5400000" algn="ctr" rotWithShape="0">
              <a:srgbClr val="FFFFFF"/>
            </a:outerShdw>
          </a:effectLst>
        </p:spPr>
      </p:cxnSp>
    </p:spTree>
    <p:extLst>
      <p:ext uri="{BB962C8B-B14F-4D97-AF65-F5344CB8AC3E}">
        <p14:creationId xmlns:p14="http://schemas.microsoft.com/office/powerpoint/2010/main" val="357056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692C9-9157-AB77-2E09-925CB2723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3A210-F16F-9036-5155-3900DEADD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524546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Why Automation is Needed</a:t>
            </a:r>
          </a:p>
          <a:p>
            <a:r>
              <a:rPr lang="en-IN" dirty="0"/>
              <a:t>Scripts and Technologies Used</a:t>
            </a:r>
          </a:p>
          <a:p>
            <a:r>
              <a:rPr lang="en-US" dirty="0"/>
              <a:t>What is Automated in This Framework</a:t>
            </a:r>
          </a:p>
          <a:p>
            <a:r>
              <a:rPr lang="en-IN" dirty="0"/>
              <a:t>Automation Flow Overview</a:t>
            </a:r>
          </a:p>
          <a:p>
            <a:r>
              <a:rPr lang="en-IN" dirty="0"/>
              <a:t>Key Automation Components</a:t>
            </a:r>
          </a:p>
          <a:p>
            <a:r>
              <a:rPr lang="en-US" dirty="0"/>
              <a:t>Tested Design Example (Single Clock 8-bit ALU)</a:t>
            </a:r>
          </a:p>
          <a:p>
            <a:r>
              <a:rPr lang="en-US" dirty="0"/>
              <a:t>Generated Outputs and Results</a:t>
            </a:r>
          </a:p>
          <a:p>
            <a:r>
              <a:rPr lang="en-US" dirty="0"/>
              <a:t>Benefits of the Framework</a:t>
            </a:r>
          </a:p>
          <a:p>
            <a:r>
              <a:rPr lang="en-US" dirty="0"/>
              <a:t>Scope and Future Enhancement</a:t>
            </a:r>
          </a:p>
          <a:p>
            <a:endParaRPr lang="en-IN" dirty="0"/>
          </a:p>
          <a:p>
            <a:endParaRPr lang="en-IN" dirty="0"/>
          </a:p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4323A1-02BB-A86D-3CCE-DFA094DFD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55DF-CB7A-4D22-A504-138DD356DF8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771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55A2C-890F-ABEB-BB94-982AE957A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A3807-5ECC-352F-A444-8C46DEB5E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is a framework that automates the complete RTL-to-GDSII backend flow using a single command.</a:t>
            </a:r>
          </a:p>
          <a:p>
            <a:r>
              <a:rPr lang="en-US" dirty="0"/>
              <a:t>It accepts a single RTL design file (</a:t>
            </a:r>
            <a:r>
              <a:rPr lang="en-US" dirty="0" err="1"/>
              <a:t>source.v</a:t>
            </a:r>
            <a:r>
              <a:rPr lang="en-US" dirty="0"/>
              <a:t>) as input.</a:t>
            </a:r>
          </a:p>
          <a:p>
            <a:r>
              <a:rPr lang="en-US" dirty="0"/>
              <a:t>The flow automatically runs synthesis and physical design without manual intervention.</a:t>
            </a:r>
          </a:p>
          <a:p>
            <a:r>
              <a:rPr lang="en-US" dirty="0"/>
              <a:t>The final output is a clean GDSII layout generated at the end of the flow.</a:t>
            </a:r>
          </a:p>
          <a:p>
            <a:r>
              <a:rPr lang="en-US" dirty="0"/>
              <a:t>The goal is to simplify backend execution and reduce repetitive manual work.</a:t>
            </a:r>
          </a:p>
          <a:p>
            <a:r>
              <a:rPr lang="en-US" b="1" dirty="0"/>
              <a:t>Input:</a:t>
            </a:r>
            <a:r>
              <a:rPr lang="en-US" dirty="0"/>
              <a:t> RTL design (</a:t>
            </a:r>
            <a:r>
              <a:rPr lang="en-US" dirty="0" err="1"/>
              <a:t>source.v</a:t>
            </a:r>
            <a:r>
              <a:rPr lang="en-US" dirty="0"/>
              <a:t>)</a:t>
            </a:r>
          </a:p>
          <a:p>
            <a:r>
              <a:rPr lang="en-US" b="1" dirty="0"/>
              <a:t>Output:</a:t>
            </a:r>
            <a:r>
              <a:rPr lang="en-US" dirty="0"/>
              <a:t> Final layout (</a:t>
            </a:r>
            <a:r>
              <a:rPr lang="en-US" dirty="0" err="1"/>
              <a:t>source.gds</a:t>
            </a:r>
            <a:r>
              <a:rPr lang="en-US" dirty="0"/>
              <a:t>)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FB8015-90F8-28B3-ABCA-2BEA28C74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55DF-CB7A-4D22-A504-138DD356DF8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756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47076-3CCB-6D3C-69BF-C6B12C81D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Automation is Needed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E45C7-0739-5C14-0D80-B4107492D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RTL-to-GDSII flow involves the same sequence of steps for every new design.</a:t>
            </a:r>
          </a:p>
          <a:p>
            <a:r>
              <a:rPr lang="en-US" dirty="0"/>
              <a:t>Manual </a:t>
            </a:r>
            <a:r>
              <a:rPr lang="en-US" dirty="0" err="1"/>
              <a:t>Padframe</a:t>
            </a:r>
            <a:r>
              <a:rPr lang="en-US" dirty="0"/>
              <a:t> creation and netlist edits are time-consuming and error-prone.</a:t>
            </a:r>
          </a:p>
          <a:p>
            <a:r>
              <a:rPr lang="en-US" dirty="0" err="1"/>
              <a:t>Padframe</a:t>
            </a:r>
            <a:r>
              <a:rPr lang="en-US" dirty="0"/>
              <a:t> definition and floorplan sizing depend on the number of IO ports and must be recalculated manually for each design.</a:t>
            </a:r>
          </a:p>
          <a:p>
            <a:r>
              <a:rPr lang="en-US" dirty="0"/>
              <a:t>Automating these steps improves productivity, ensures repeatability, and allows designers to focus more on design intent.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2343CD-0A57-2694-FA90-92DF13886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55DF-CB7A-4D22-A504-138DD356DF8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25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DE04E-9866-BE45-6FD6-E3B64DE45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Scripts and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26697-57BB-529A-FB34-7EF75E416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4535497"/>
          </a:xfrm>
        </p:spPr>
        <p:txBody>
          <a:bodyPr/>
          <a:lstStyle/>
          <a:p>
            <a:r>
              <a:rPr lang="en-US" b="1" dirty="0"/>
              <a:t>Bash Scripting</a:t>
            </a:r>
          </a:p>
          <a:p>
            <a:pPr lvl="1"/>
            <a:r>
              <a:rPr lang="en-US" dirty="0"/>
              <a:t>Bash controls the complete flow execution from start to end.</a:t>
            </a:r>
          </a:p>
          <a:p>
            <a:pPr lvl="1"/>
            <a:r>
              <a:rPr lang="en-US" dirty="0"/>
              <a:t>It handles environment setup, tool sourcing, and step sequencing.</a:t>
            </a:r>
          </a:p>
          <a:p>
            <a:pPr lvl="1"/>
            <a:r>
              <a:rPr lang="en-US" dirty="0"/>
              <a:t>Cadence tools are invoked through Bash as part of the automation.</a:t>
            </a:r>
          </a:p>
          <a:p>
            <a:r>
              <a:rPr lang="en-US" b="1" dirty="0" err="1"/>
              <a:t>Tcl</a:t>
            </a:r>
            <a:r>
              <a:rPr lang="en-US" b="1" dirty="0"/>
              <a:t> Scripting</a:t>
            </a:r>
          </a:p>
          <a:p>
            <a:pPr lvl="1"/>
            <a:r>
              <a:rPr lang="en-US" dirty="0" err="1"/>
              <a:t>Tcl</a:t>
            </a:r>
            <a:r>
              <a:rPr lang="en-US" dirty="0"/>
              <a:t> scripts are used to drive Cadence Genus and </a:t>
            </a:r>
            <a:r>
              <a:rPr lang="en-US" dirty="0" err="1"/>
              <a:t>Innovus</a:t>
            </a:r>
            <a:r>
              <a:rPr lang="en-US" dirty="0"/>
              <a:t> commands.</a:t>
            </a:r>
          </a:p>
          <a:p>
            <a:pPr lvl="1"/>
            <a:r>
              <a:rPr lang="en-US" dirty="0"/>
              <a:t>All synthesis and physical design operations are executed through </a:t>
            </a:r>
            <a:r>
              <a:rPr lang="en-US" dirty="0" err="1"/>
              <a:t>Tcl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Bash internally calls </a:t>
            </a:r>
            <a:r>
              <a:rPr lang="en-US" dirty="0" err="1"/>
              <a:t>Tcl</a:t>
            </a:r>
            <a:r>
              <a:rPr lang="en-US" dirty="0"/>
              <a:t> scripts to control tool behavior.</a:t>
            </a:r>
            <a:endParaRPr lang="en-IN" dirty="0"/>
          </a:p>
          <a:p>
            <a:r>
              <a:rPr lang="en-IN" b="1" dirty="0"/>
              <a:t>Tools Used</a:t>
            </a:r>
          </a:p>
          <a:p>
            <a:pPr lvl="1"/>
            <a:r>
              <a:rPr lang="en-US" dirty="0"/>
              <a:t>Cadence Genus</a:t>
            </a:r>
          </a:p>
          <a:p>
            <a:pPr lvl="1"/>
            <a:r>
              <a:rPr lang="en-US" dirty="0"/>
              <a:t>Cadence </a:t>
            </a:r>
            <a:r>
              <a:rPr lang="en-US" dirty="0" err="1"/>
              <a:t>Innovus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51DD58-07CA-73C1-BF20-24DA1FFE2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55DF-CB7A-4D22-A504-138DD356DF8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374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B163E-3764-EEAF-54BA-20BCB24E8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Automated in This Framework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54686-EDCC-90A2-0245-34AD952C4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RTL synthesis execution using Cadence Genus.</a:t>
            </a:r>
          </a:p>
          <a:p>
            <a:r>
              <a:rPr lang="en-IN" dirty="0"/>
              <a:t>Automatic </a:t>
            </a:r>
            <a:r>
              <a:rPr lang="en-IN" dirty="0" err="1"/>
              <a:t>Padframe</a:t>
            </a:r>
            <a:r>
              <a:rPr lang="en-IN" dirty="0"/>
              <a:t> generation based on design ports.</a:t>
            </a:r>
          </a:p>
          <a:p>
            <a:r>
              <a:rPr lang="en-IN" dirty="0"/>
              <a:t>Automated netlist modification to insert IO pad cells.</a:t>
            </a:r>
          </a:p>
          <a:p>
            <a:r>
              <a:rPr lang="en-IN" dirty="0"/>
              <a:t>Dynamic floorplan sizing based on pad count.</a:t>
            </a:r>
          </a:p>
          <a:p>
            <a:r>
              <a:rPr lang="en-IN" dirty="0"/>
              <a:t>Complete physical design flow up to GDSII generation.</a:t>
            </a:r>
          </a:p>
          <a:p>
            <a:r>
              <a:rPr lang="en-IN" dirty="0"/>
              <a:t>Automatic generation and storage of reports and outputs.</a:t>
            </a:r>
          </a:p>
          <a:p>
            <a:r>
              <a:rPr lang="en-US" dirty="0"/>
              <a:t>Portability Across VLSI Lab PCs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F9A730-1BE1-2FD9-1E0E-BC1DEDBAE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55DF-CB7A-4D22-A504-138DD356DF8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167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4590C-9D2D-AC98-4B0F-1E02838ED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Automation Flow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36DC8-75BA-80C2-2307-201F09300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303157"/>
            <a:ext cx="8915400" cy="578755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Flow:</a:t>
            </a:r>
            <a:endParaRPr lang="en-IN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7445C6-FB21-CA2B-5063-DFD4D84F5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55DF-CB7A-4D22-A504-138DD356DF81}" type="slidenum">
              <a:rPr lang="en-IN" smtClean="0"/>
              <a:t>7</a:t>
            </a:fld>
            <a:endParaRPr lang="en-IN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E63D38D-BB81-C75C-4291-31905E433A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2695770"/>
              </p:ext>
            </p:extLst>
          </p:nvPr>
        </p:nvGraphicFramePr>
        <p:xfrm>
          <a:off x="3493336" y="1341484"/>
          <a:ext cx="4478917" cy="54590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16863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C5E84-6B24-78E8-7644-A63591DC3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Automated </a:t>
            </a:r>
            <a:r>
              <a:rPr lang="en-IN" dirty="0" err="1"/>
              <a:t>Padframe</a:t>
            </a:r>
            <a:r>
              <a:rPr lang="en-IN" dirty="0"/>
              <a:t> Generation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2AEE0-BECC-7D84-C505-8FDB3752B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script detects all top-level input, output, and clock ports automatically.</a:t>
            </a:r>
          </a:p>
          <a:p>
            <a:r>
              <a:rPr lang="en-US" dirty="0"/>
              <a:t>Bus widths are identified and expanded into individual pad connections.</a:t>
            </a:r>
          </a:p>
          <a:p>
            <a:r>
              <a:rPr lang="en-US" dirty="0"/>
              <a:t>Pads are evenly distributed across all four sides of the die.</a:t>
            </a:r>
          </a:p>
          <a:p>
            <a:r>
              <a:rPr lang="en-US" dirty="0"/>
              <a:t>Dummy pads are added when required to maintain symmetry.</a:t>
            </a:r>
          </a:p>
          <a:p>
            <a:r>
              <a:rPr lang="en-US" dirty="0"/>
              <a:t>A clean and uniform </a:t>
            </a:r>
            <a:r>
              <a:rPr lang="en-US" b="1" dirty="0"/>
              <a:t>padframe.io </a:t>
            </a:r>
            <a:r>
              <a:rPr lang="en-US" dirty="0"/>
              <a:t>file is generated without user input.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98E9A-A513-4105-76C9-892DDF221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55DF-CB7A-4D22-A504-138DD356DF8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781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C20DF-38AE-51E3-1367-1EBE87D27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Automated Netlist Modification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FB4E7-B172-6FCB-5245-3373CBC78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synthesized netlist is used as the base input for modification.</a:t>
            </a:r>
          </a:p>
          <a:p>
            <a:r>
              <a:rPr lang="en-US" dirty="0"/>
              <a:t>The generated </a:t>
            </a:r>
            <a:r>
              <a:rPr lang="en-US" b="1" dirty="0"/>
              <a:t>padframe.io</a:t>
            </a:r>
            <a:r>
              <a:rPr lang="en-US" dirty="0"/>
              <a:t> file is also used as an input to guide pad instantiation.</a:t>
            </a:r>
          </a:p>
          <a:p>
            <a:r>
              <a:rPr lang="en-US" dirty="0"/>
              <a:t>IO pad cells are inserted for every design port automatically.</a:t>
            </a:r>
          </a:p>
          <a:p>
            <a:r>
              <a:rPr lang="en-US" dirty="0"/>
              <a:t>A dedicated clock pad cell is used for the clock signal.</a:t>
            </a:r>
          </a:p>
          <a:p>
            <a:r>
              <a:rPr lang="en-US" dirty="0"/>
              <a:t>All pad connections are generated.</a:t>
            </a:r>
          </a:p>
          <a:p>
            <a:r>
              <a:rPr lang="en-US" dirty="0"/>
              <a:t>The modified netlist is ready for physical design without manual edits.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2F572D-C714-F7AB-7FE7-FFAC7053C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55DF-CB7A-4D22-A504-138DD356DF8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725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19EAC-0FC1-0C13-224D-A48E1D61F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Automated Floorplan and Physical Design Flow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85174-7D61-327C-A5AB-2C5C1F680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Floorplan size is computed dynamically based on the number of pads per side.</a:t>
            </a:r>
          </a:p>
          <a:p>
            <a:r>
              <a:rPr lang="en-US" dirty="0"/>
              <a:t>Core dimensions are adjusted automatically to provide sufficient IO spacing.</a:t>
            </a:r>
          </a:p>
          <a:p>
            <a:r>
              <a:rPr lang="en-US" dirty="0"/>
              <a:t>The complete physical design flow is executed using </a:t>
            </a:r>
            <a:r>
              <a:rPr lang="en-US" dirty="0" err="1"/>
              <a:t>Innovus</a:t>
            </a:r>
            <a:r>
              <a:rPr lang="en-US" dirty="0"/>
              <a:t>.</a:t>
            </a:r>
          </a:p>
          <a:p>
            <a:r>
              <a:rPr lang="en-US" dirty="0"/>
              <a:t>This includes </a:t>
            </a:r>
            <a:r>
              <a:rPr lang="en-US" dirty="0" err="1"/>
              <a:t>floorplanning</a:t>
            </a:r>
            <a:r>
              <a:rPr lang="en-US" dirty="0"/>
              <a:t>, power planning, placement, CTS, routing, and GDSII generation.</a:t>
            </a:r>
          </a:p>
          <a:p>
            <a:r>
              <a:rPr lang="en-US" dirty="0"/>
              <a:t>The entire backend flow runs without any manual command entry.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1A383F-FE81-9C67-1620-A92EA0A2A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55DF-CB7A-4D22-A504-138DD356DF8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3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F877E-638E-63E6-1044-F2592EEC8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Portability Across VLSI Lab PCs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8AF60-2B7C-4D0F-2757-08AA5D658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framework is designed to run on our VLSI lab PCs.</a:t>
            </a:r>
          </a:p>
          <a:p>
            <a:r>
              <a:rPr lang="en-US" dirty="0"/>
              <a:t>Lab PC paths are detected automatically by the script.</a:t>
            </a:r>
          </a:p>
          <a:p>
            <a:r>
              <a:rPr lang="en-US" dirty="0"/>
              <a:t>The same automation works across different lab systems without modification.</a:t>
            </a:r>
          </a:p>
          <a:p>
            <a:r>
              <a:rPr lang="en-US" dirty="0"/>
              <a:t>No machine-specific configuration is required for execution.</a:t>
            </a:r>
          </a:p>
          <a:p>
            <a:r>
              <a:rPr lang="en-US" dirty="0"/>
              <a:t>This ensures consistent results across the lab environment.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3A249D-B6F5-1D03-6A81-7DB82667B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55DF-CB7A-4D22-A504-138DD356DF8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688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DA6F1-DE07-E244-814D-6AA7B6BEF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Tested Design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633D8-476F-E220-8754-BF778642E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32742"/>
            <a:ext cx="8915400" cy="5425258"/>
          </a:xfrm>
        </p:spPr>
        <p:txBody>
          <a:bodyPr>
            <a:normAutofit/>
          </a:bodyPr>
          <a:lstStyle/>
          <a:p>
            <a:r>
              <a:rPr lang="en-US" dirty="0"/>
              <a:t>The automation framework was tested using an 8-bit single-clock ALU design.</a:t>
            </a:r>
          </a:p>
          <a:p>
            <a:r>
              <a:rPr lang="en-US" dirty="0"/>
              <a:t>The RTL design was provided as </a:t>
            </a:r>
            <a:r>
              <a:rPr lang="en-US" dirty="0" err="1"/>
              <a:t>source.v</a:t>
            </a:r>
            <a:r>
              <a:rPr lang="en-US" dirty="0"/>
              <a:t>, and placed in the project directory along with the automation Bash script.</a:t>
            </a:r>
          </a:p>
          <a:p>
            <a:r>
              <a:rPr lang="en-US" dirty="0"/>
              <a:t>The flow is started by giving execution permission and running the script from the terminal using a single command.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The script runs all stages and completes without manual intervention.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At each PD stages, the design state is saved as .enc checkpoints, allowing the layout to be restored later for validation.</a:t>
            </a:r>
          </a:p>
          <a:p>
            <a:r>
              <a:rPr lang="en-US" dirty="0"/>
              <a:t>All intermediate and final outputs were generated successfully.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1ECE46-168C-B599-1555-DE7D0923F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55DF-CB7A-4D22-A504-138DD356DF81}" type="slidenum">
              <a:rPr lang="en-IN" smtClean="0"/>
              <a:t>12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8E29234-3462-CAC8-0C8B-9EB2283556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344" r="19326" b="1"/>
          <a:stretch>
            <a:fillRect/>
          </a:stretch>
        </p:blipFill>
        <p:spPr>
          <a:xfrm>
            <a:off x="3030804" y="3460949"/>
            <a:ext cx="6576223" cy="7113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A574BE-13F5-8DC3-2814-BB7A659692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62" r="15313"/>
          <a:stretch>
            <a:fillRect/>
          </a:stretch>
        </p:blipFill>
        <p:spPr>
          <a:xfrm>
            <a:off x="3030804" y="4646828"/>
            <a:ext cx="5784890" cy="77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458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528C9-FBC5-7D24-C03D-972FA379E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13341"/>
          </a:xfrm>
        </p:spPr>
        <p:txBody>
          <a:bodyPr>
            <a:normAutofit fontScale="90000"/>
          </a:bodyPr>
          <a:lstStyle/>
          <a:p>
            <a:r>
              <a:rPr lang="en-US" dirty="0"/>
              <a:t>Outputs Generated for ALU Design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9B390-0CDE-DCD0-71E3-D48205DB5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286731"/>
            <a:ext cx="8915400" cy="4624491"/>
          </a:xfrm>
        </p:spPr>
        <p:txBody>
          <a:bodyPr/>
          <a:lstStyle/>
          <a:p>
            <a:r>
              <a:rPr lang="en-US" b="1" dirty="0"/>
              <a:t>Before execution: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After execution: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AE158-1D1C-616F-EB51-82B18B9A5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55DF-CB7A-4D22-A504-138DD356DF81}" type="slidenum">
              <a:rPr lang="en-IN" smtClean="0"/>
              <a:t>13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9D8232-C64B-3B7F-E734-1ED3C5C9F5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694"/>
          <a:stretch>
            <a:fillRect/>
          </a:stretch>
        </p:blipFill>
        <p:spPr>
          <a:xfrm>
            <a:off x="2689529" y="1629344"/>
            <a:ext cx="4357383" cy="12945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AE567F-B012-D3CA-E9E2-062AA8F651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6" r="1032"/>
          <a:stretch>
            <a:fillRect/>
          </a:stretch>
        </p:blipFill>
        <p:spPr>
          <a:xfrm>
            <a:off x="2689529" y="3266502"/>
            <a:ext cx="5081217" cy="3481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478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3A006-6174-8187-1771-C052C9075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47081"/>
          </a:xfrm>
        </p:spPr>
        <p:txBody>
          <a:bodyPr/>
          <a:lstStyle/>
          <a:p>
            <a:r>
              <a:rPr lang="en-IN" dirty="0"/>
              <a:t>Design Specific Outputs (ALU 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7B107-93C1-2FF0-9FB5-2CAFE7215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346959"/>
            <a:ext cx="5139392" cy="5692103"/>
          </a:xfrm>
        </p:spPr>
        <p:txBody>
          <a:bodyPr>
            <a:normAutofit/>
          </a:bodyPr>
          <a:lstStyle/>
          <a:p>
            <a:r>
              <a:rPr lang="en-IN" b="1" dirty="0" err="1"/>
              <a:t>Padframe</a:t>
            </a:r>
            <a:r>
              <a:rPr lang="en-IN" b="1" dirty="0"/>
              <a:t> file (padframe.io):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689F2-85FF-518F-5D05-A19ABD33D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0E55E-31B2-4CA6-BC0D-40C0F0D37AC2}" type="datetime1">
              <a:rPr lang="en-IN" smtClean="0"/>
              <a:t>17-12-2025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83E921-CF1B-B576-F426-B2D410D06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55DF-CB7A-4D22-A504-138DD356DF81}" type="slidenum">
              <a:rPr lang="en-IN" smtClean="0"/>
              <a:t>14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A517EA-FA8C-EDC6-59DF-5D2BFAC63A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" r="4649" b="27472"/>
          <a:stretch>
            <a:fillRect/>
          </a:stretch>
        </p:blipFill>
        <p:spPr>
          <a:xfrm>
            <a:off x="2722200" y="1733652"/>
            <a:ext cx="4773690" cy="4973773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25357BB-5AC4-5757-D210-CB0AFA14FE20}"/>
              </a:ext>
            </a:extLst>
          </p:cNvPr>
          <p:cNvSpPr txBox="1">
            <a:spLocks/>
          </p:cNvSpPr>
          <p:nvPr/>
        </p:nvSpPr>
        <p:spPr>
          <a:xfrm>
            <a:off x="7728604" y="1346960"/>
            <a:ext cx="4463396" cy="56163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Modified Netlist:</a:t>
            </a:r>
          </a:p>
          <a:p>
            <a:endParaRPr lang="en-IN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84D3AA8-6F11-DDB5-7F1D-738286F98F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5784" y="1733652"/>
            <a:ext cx="3851600" cy="510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948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08D45-B2A9-4DB8-0F07-8F382EBA9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46194"/>
          </a:xfrm>
        </p:spPr>
        <p:txBody>
          <a:bodyPr/>
          <a:lstStyle/>
          <a:p>
            <a:r>
              <a:rPr lang="en-US" dirty="0"/>
              <a:t>Physical Design Results (ALU Example)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6548E-7D83-469A-8B5A-9E69CD9A9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4" y="1312282"/>
            <a:ext cx="4451941" cy="5545717"/>
          </a:xfrm>
        </p:spPr>
        <p:txBody>
          <a:bodyPr/>
          <a:lstStyle/>
          <a:p>
            <a:r>
              <a:rPr lang="en-US" dirty="0"/>
              <a:t>Floorplanning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BAB9F2-7522-5472-1700-770F3E13A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55DF-CB7A-4D22-A504-138DD356DF81}" type="slidenum">
              <a:rPr lang="en-IN" smtClean="0"/>
              <a:t>15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6DD964-18CB-A999-A574-15E07EDEA1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487" y="1699519"/>
            <a:ext cx="4293225" cy="43131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2E58E9-7948-01E5-5AD8-0DCA30C7CA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6302" y="1699519"/>
            <a:ext cx="4407997" cy="4435461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C540AF6-4904-1A1D-B7C7-E2D35750778D}"/>
              </a:ext>
            </a:extLst>
          </p:cNvPr>
          <p:cNvSpPr txBox="1">
            <a:spLocks/>
          </p:cNvSpPr>
          <p:nvPr/>
        </p:nvSpPr>
        <p:spPr>
          <a:xfrm>
            <a:off x="7014707" y="1312281"/>
            <a:ext cx="5177293" cy="5545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Final Routed Design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9470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90514-3C63-8F70-FE98-2FCD32BD5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Benefits of the Framework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F619-753E-0AC3-8058-016910A82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Enables one-click execution of the complete backend flow.</a:t>
            </a:r>
          </a:p>
          <a:p>
            <a:r>
              <a:rPr lang="en-US" dirty="0"/>
              <a:t>Eliminates repetitive manual backend tasks.</a:t>
            </a:r>
          </a:p>
          <a:p>
            <a:r>
              <a:rPr lang="en-US" dirty="0"/>
              <a:t>Reduces the chance of human errors in netlist and </a:t>
            </a:r>
            <a:r>
              <a:rPr lang="en-US" dirty="0" err="1"/>
              <a:t>padframe</a:t>
            </a:r>
            <a:r>
              <a:rPr lang="en-US" dirty="0"/>
              <a:t> handling.</a:t>
            </a:r>
          </a:p>
          <a:p>
            <a:r>
              <a:rPr lang="en-US" dirty="0"/>
              <a:t>Improves productivity and learning efficiency for students.</a:t>
            </a:r>
          </a:p>
          <a:p>
            <a:r>
              <a:rPr lang="en-US" dirty="0"/>
              <a:t>Demonstrates practical backend automation skills.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DAA5AE-2FCA-B8D4-78AE-DD8E7EEC2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55DF-CB7A-4D22-A504-138DD356DF81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299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DE13A-D27B-BB02-FE5B-14E10AA3B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Scope and Future Enhancement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27950-1BBE-E0A9-DE17-728F11D58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framework currently supports single-clock designs only.</a:t>
            </a:r>
          </a:p>
          <a:p>
            <a:r>
              <a:rPr lang="en-US" dirty="0"/>
              <a:t>It assumes a single RTL file with a fixed top module name (source).</a:t>
            </a:r>
          </a:p>
          <a:p>
            <a:r>
              <a:rPr lang="en-US" dirty="0"/>
              <a:t>Timing and physical violation analysis is not the primary focus.</a:t>
            </a:r>
          </a:p>
          <a:p>
            <a:r>
              <a:rPr lang="en-US" dirty="0"/>
              <a:t>The objective is flow automation, not signoff closure.</a:t>
            </a:r>
          </a:p>
          <a:p>
            <a:r>
              <a:rPr lang="en-US" dirty="0"/>
              <a:t>The framework can be extended to multi-clock and multi-file designs in the future.</a:t>
            </a:r>
          </a:p>
          <a:p>
            <a:r>
              <a:rPr lang="en-US" dirty="0"/>
              <a:t>Signoff checks can be added as future extensions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83BA9-85F4-48D4-CA10-0F4BA4E18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55DF-CB7A-4D22-A504-138DD356DF81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421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09EC6-E03E-9544-DC5A-6DCA7CA70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6D12F-1741-B3B5-0C1B-B609FAE58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Cadence Genus Documentation</a:t>
            </a:r>
          </a:p>
          <a:p>
            <a:r>
              <a:rPr lang="en-US" dirty="0"/>
              <a:t>Cadence </a:t>
            </a:r>
            <a:r>
              <a:rPr lang="en-US" dirty="0" err="1"/>
              <a:t>Innovus</a:t>
            </a:r>
            <a:r>
              <a:rPr lang="en-US" dirty="0"/>
              <a:t> Documentation</a:t>
            </a:r>
          </a:p>
          <a:p>
            <a:r>
              <a:rPr lang="en-US" dirty="0"/>
              <a:t>Bash Scripting Manual (GNU Bash Manual)</a:t>
            </a:r>
          </a:p>
          <a:p>
            <a:pPr lvl="1"/>
            <a:r>
              <a:rPr lang="en-US" dirty="0">
                <a:hlinkClick r:id="rId2"/>
              </a:rPr>
              <a:t>https://www.gnu.org/software/bash/</a:t>
            </a:r>
            <a:r>
              <a:rPr lang="en-US">
                <a:hlinkClick r:id="rId2"/>
              </a:rPr>
              <a:t>manual/</a:t>
            </a:r>
            <a:endParaRPr lang="en-US" dirty="0"/>
          </a:p>
          <a:p>
            <a:r>
              <a:rPr lang="en-US" dirty="0" err="1"/>
              <a:t>Tcl</a:t>
            </a:r>
            <a:r>
              <a:rPr lang="en-US" dirty="0"/>
              <a:t> Language Manual</a:t>
            </a:r>
          </a:p>
          <a:p>
            <a:pPr lvl="1"/>
            <a:r>
              <a:rPr lang="en-US" dirty="0">
                <a:hlinkClick r:id="rId3"/>
              </a:rPr>
              <a:t>https://www.tcl.tk/man/tcl8.6/TclCmd/contents.htm</a:t>
            </a:r>
            <a:endParaRPr lang="en-US" dirty="0"/>
          </a:p>
          <a:p>
            <a:r>
              <a:rPr lang="en-US" dirty="0"/>
              <a:t>SCL PDK Documentation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BEA4D-5F7E-C2E3-17D1-DCF67D54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55DF-CB7A-4D22-A504-138DD356DF81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477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860D8F-9D9E-357D-71A3-075EEBAF2C4F}"/>
              </a:ext>
            </a:extLst>
          </p:cNvPr>
          <p:cNvSpPr txBox="1"/>
          <p:nvPr/>
        </p:nvSpPr>
        <p:spPr>
          <a:xfrm>
            <a:off x="3235501" y="1881794"/>
            <a:ext cx="5474576" cy="184665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 for Your Attention!</a:t>
            </a:r>
          </a:p>
          <a:p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Let’s Dive into Your Questions! </a:t>
            </a:r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E7B4B-4915-35AB-CD27-DC96C2861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55DF-CB7A-4D22-A504-138DD356DF81}" type="slidenum">
              <a:rPr lang="en-IN" smtClean="0"/>
              <a:t>19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3C2A92-1BFE-0B7E-2854-14433D5C9B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8062" y="5068786"/>
            <a:ext cx="1199521" cy="1199521"/>
          </a:xfrm>
          <a:prstGeom prst="rect">
            <a:avLst/>
          </a:prstGeom>
        </p:spPr>
      </p:pic>
      <p:sp>
        <p:nvSpPr>
          <p:cNvPr id="7" name="Rectangle 16">
            <a:extLst>
              <a:ext uri="{FF2B5EF4-FFF2-40B4-BE49-F238E27FC236}">
                <a16:creationId xmlns:a16="http://schemas.microsoft.com/office/drawing/2014/main" id="{52E87AFA-0F4E-A79C-B5D9-F8424AE5D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486" y="4914090"/>
            <a:ext cx="5020089" cy="135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tabLst>
                <a:tab pos="222250" algn="l"/>
                <a:tab pos="1368425" algn="l"/>
                <a:tab pos="4600575" algn="l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tabLst>
                <a:tab pos="222250" algn="l"/>
                <a:tab pos="1368425" algn="l"/>
                <a:tab pos="4600575" algn="l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tabLst>
                <a:tab pos="222250" algn="l"/>
                <a:tab pos="1368425" algn="l"/>
                <a:tab pos="4600575" algn="l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tabLst>
                <a:tab pos="222250" algn="l"/>
                <a:tab pos="1368425" algn="l"/>
                <a:tab pos="4600575" algn="l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tabLst>
                <a:tab pos="222250" algn="l"/>
                <a:tab pos="1368425" algn="l"/>
                <a:tab pos="4600575" algn="l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2250" algn="l"/>
                <a:tab pos="1368425" algn="l"/>
                <a:tab pos="4600575" algn="l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2250" algn="l"/>
                <a:tab pos="1368425" algn="l"/>
                <a:tab pos="4600575" algn="l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2250" algn="l"/>
                <a:tab pos="1368425" algn="l"/>
                <a:tab pos="4600575" algn="l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2250" algn="l"/>
                <a:tab pos="1368425" algn="l"/>
                <a:tab pos="4600575" algn="l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Electronics and Communication Engineering</a:t>
            </a:r>
          </a:p>
          <a:p>
            <a:r>
              <a:rPr lang="hi-IN" altLang="en-US" sz="2000" b="1" dirty="0">
                <a:latin typeface="Times New Roman" panose="02020603050405020304" pitchFamily="18" charset="0"/>
              </a:rPr>
              <a:t>राष्ट्रीय प्रोद्योगिकी संस्थान दुर्गापुर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Institute of Technology </a:t>
            </a:r>
            <a:r>
              <a:rPr lang="hi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Durgapur</a:t>
            </a:r>
            <a:endParaRPr lang="en-US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Mahatma Gandhi Avenue, Durgapur-713209, West Bengal</a:t>
            </a:r>
            <a:endParaRPr lang="en-US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F29407-65A1-36EB-BFF2-12AD25809D1F}"/>
              </a:ext>
            </a:extLst>
          </p:cNvPr>
          <p:cNvCxnSpPr/>
          <p:nvPr/>
        </p:nvCxnSpPr>
        <p:spPr bwMode="auto">
          <a:xfrm>
            <a:off x="3362595" y="3817129"/>
            <a:ext cx="6072187" cy="1588"/>
          </a:xfrm>
          <a:prstGeom prst="line">
            <a:avLst/>
          </a:prstGeom>
          <a:noFill/>
          <a:ln w="38100" cap="rnd" cmpd="sng" algn="ctr">
            <a:solidFill>
              <a:schemeClr val="bg1">
                <a:lumMod val="6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50800" dir="5400000" algn="ctr" rotWithShape="0">
              <a:srgbClr val="FFFFFF"/>
            </a:outerShdw>
          </a:effectLst>
        </p:spPr>
      </p:cxnSp>
    </p:spTree>
    <p:extLst>
      <p:ext uri="{BB962C8B-B14F-4D97-AF65-F5344CB8AC3E}">
        <p14:creationId xmlns:p14="http://schemas.microsoft.com/office/powerpoint/2010/main" val="156428966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3805</TotalTime>
  <Words>1108</Words>
  <Application>Microsoft Office PowerPoint</Application>
  <PresentationFormat>Widescreen</PresentationFormat>
  <Paragraphs>181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Century Gothic</vt:lpstr>
      <vt:lpstr>Times New Roman</vt:lpstr>
      <vt:lpstr>Wingdings 3</vt:lpstr>
      <vt:lpstr>Wisp</vt:lpstr>
      <vt:lpstr>One Click RTL-to-GDSII Automation Framework for Single Clock Designs  </vt:lpstr>
      <vt:lpstr>Index</vt:lpstr>
      <vt:lpstr>Introduction</vt:lpstr>
      <vt:lpstr>Why Automation is Needed</vt:lpstr>
      <vt:lpstr>Scripts and Technologies Used</vt:lpstr>
      <vt:lpstr>What is Automated in This Framework</vt:lpstr>
      <vt:lpstr>Automation Flow Overview</vt:lpstr>
      <vt:lpstr>Automated Padframe Generation </vt:lpstr>
      <vt:lpstr>Automated Netlist Modification</vt:lpstr>
      <vt:lpstr>Automated Floorplan and Physical Design Flow</vt:lpstr>
      <vt:lpstr>Portability Across VLSI Lab PCs</vt:lpstr>
      <vt:lpstr>Tested Design Example</vt:lpstr>
      <vt:lpstr>Outputs Generated for ALU Design</vt:lpstr>
      <vt:lpstr>Design Specific Outputs (ALU Example)</vt:lpstr>
      <vt:lpstr>Physical Design Results (ALU Example)</vt:lpstr>
      <vt:lpstr>Key Benefits of the Framework</vt:lpstr>
      <vt:lpstr>Scope and Future Enhancement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Sabnam Parveen</dc:creator>
  <cp:lastModifiedBy>Md. Irfan</cp:lastModifiedBy>
  <cp:revision>6</cp:revision>
  <dcterms:created xsi:type="dcterms:W3CDTF">2024-11-04T15:06:26Z</dcterms:created>
  <dcterms:modified xsi:type="dcterms:W3CDTF">2025-12-17T13:54:37Z</dcterms:modified>
</cp:coreProperties>
</file>